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75" r:id="rId9"/>
    <p:sldId id="257" r:id="rId10"/>
    <p:sldId id="258" r:id="rId11"/>
    <p:sldId id="259" r:id="rId12"/>
    <p:sldId id="260" r:id="rId13"/>
    <p:sldId id="262" r:id="rId14"/>
    <p:sldId id="263" r:id="rId15"/>
    <p:sldId id="261" r:id="rId16"/>
    <p:sldId id="264" r:id="rId17"/>
    <p:sldId id="265" r:id="rId18"/>
    <p:sldId id="266" r:id="rId19"/>
    <p:sldId id="267" r:id="rId20"/>
    <p:sldId id="269" r:id="rId21"/>
    <p:sldId id="270" r:id="rId22"/>
    <p:sldId id="268" r:id="rId23"/>
    <p:sldId id="271" r:id="rId24"/>
    <p:sldId id="272" r:id="rId25"/>
    <p:sldId id="273" r:id="rId26"/>
    <p:sldId id="274" r:id="rId27"/>
    <p:sldId id="282" r:id="rId2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F34DA2-1AAE-4205-B8EC-A2900D299715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91B84C-6E0C-4798-86C9-70265E9E5BB8}">
      <dgm:prSet/>
      <dgm:spPr/>
      <dgm:t>
        <a:bodyPr/>
        <a:lstStyle/>
        <a:p>
          <a:r>
            <a:rPr lang="es-ES" b="1"/>
            <a:t>Qué hace</a:t>
          </a:r>
          <a:endParaRPr lang="en-US"/>
        </a:p>
      </dgm:t>
    </dgm:pt>
    <dgm:pt modelId="{A9BB43D1-D3F1-4688-970D-9FBD49D28403}" type="parTrans" cxnId="{DDFC1995-5E95-4A75-ADF4-D6239AE5E880}">
      <dgm:prSet/>
      <dgm:spPr/>
      <dgm:t>
        <a:bodyPr/>
        <a:lstStyle/>
        <a:p>
          <a:endParaRPr lang="en-US"/>
        </a:p>
      </dgm:t>
    </dgm:pt>
    <dgm:pt modelId="{1A61DD80-7E8D-4A59-8CE0-6EC5137426D8}" type="sibTrans" cxnId="{DDFC1995-5E95-4A75-ADF4-D6239AE5E880}">
      <dgm:prSet/>
      <dgm:spPr/>
      <dgm:t>
        <a:bodyPr/>
        <a:lstStyle/>
        <a:p>
          <a:endParaRPr lang="en-US"/>
        </a:p>
      </dgm:t>
    </dgm:pt>
    <dgm:pt modelId="{86D0E4BD-2EC9-4191-90FF-8B0989C694FE}">
      <dgm:prSet/>
      <dgm:spPr/>
      <dgm:t>
        <a:bodyPr/>
        <a:lstStyle/>
        <a:p>
          <a:r>
            <a:rPr lang="es-ES"/>
            <a:t>Carga la API key desde .env.</a:t>
          </a:r>
          <a:endParaRPr lang="en-US"/>
        </a:p>
      </dgm:t>
    </dgm:pt>
    <dgm:pt modelId="{56AADAEE-EE7D-409C-AAFE-19C6DE5A93A0}" type="parTrans" cxnId="{F76DDF3D-DF98-40CF-AE60-61589056CAE1}">
      <dgm:prSet/>
      <dgm:spPr/>
      <dgm:t>
        <a:bodyPr/>
        <a:lstStyle/>
        <a:p>
          <a:endParaRPr lang="en-US"/>
        </a:p>
      </dgm:t>
    </dgm:pt>
    <dgm:pt modelId="{3B0A1EBB-354E-4378-B7BD-2667BDB02D3B}" type="sibTrans" cxnId="{F76DDF3D-DF98-40CF-AE60-61589056CAE1}">
      <dgm:prSet/>
      <dgm:spPr/>
      <dgm:t>
        <a:bodyPr/>
        <a:lstStyle/>
        <a:p>
          <a:endParaRPr lang="en-US"/>
        </a:p>
      </dgm:t>
    </dgm:pt>
    <dgm:pt modelId="{F3C25E71-90E3-4B65-9982-ABA300CF2AED}">
      <dgm:prSet/>
      <dgm:spPr/>
      <dgm:t>
        <a:bodyPr/>
        <a:lstStyle/>
        <a:p>
          <a:r>
            <a:rPr lang="es-ES"/>
            <a:t>Importa librerías y crea el cliente de OpenAI.</a:t>
          </a:r>
          <a:endParaRPr lang="en-US"/>
        </a:p>
      </dgm:t>
    </dgm:pt>
    <dgm:pt modelId="{70BE9964-79FF-4169-ABF0-15FA74864B92}" type="parTrans" cxnId="{7B4E079F-50A7-4438-870F-2FCB249C5BF3}">
      <dgm:prSet/>
      <dgm:spPr/>
      <dgm:t>
        <a:bodyPr/>
        <a:lstStyle/>
        <a:p>
          <a:endParaRPr lang="en-US"/>
        </a:p>
      </dgm:t>
    </dgm:pt>
    <dgm:pt modelId="{7E250610-9F37-484A-9FF1-6AB4F6262244}" type="sibTrans" cxnId="{7B4E079F-50A7-4438-870F-2FCB249C5BF3}">
      <dgm:prSet/>
      <dgm:spPr/>
      <dgm:t>
        <a:bodyPr/>
        <a:lstStyle/>
        <a:p>
          <a:endParaRPr lang="en-US"/>
        </a:p>
      </dgm:t>
    </dgm:pt>
    <dgm:pt modelId="{2BE7F747-9913-40B6-AA8B-28C3B688BA8D}">
      <dgm:prSet/>
      <dgm:spPr/>
      <dgm:t>
        <a:bodyPr/>
        <a:lstStyle/>
        <a:p>
          <a:r>
            <a:rPr lang="es-ES"/>
            <a:t>Define un User-Agent para el scraping.</a:t>
          </a:r>
          <a:endParaRPr lang="en-US"/>
        </a:p>
      </dgm:t>
    </dgm:pt>
    <dgm:pt modelId="{D9B124E4-988D-45E0-A8D5-1D61EDCC2BC9}" type="parTrans" cxnId="{4023811C-9FD4-4947-91F8-4B10FDF3ADFE}">
      <dgm:prSet/>
      <dgm:spPr/>
      <dgm:t>
        <a:bodyPr/>
        <a:lstStyle/>
        <a:p>
          <a:endParaRPr lang="en-US"/>
        </a:p>
      </dgm:t>
    </dgm:pt>
    <dgm:pt modelId="{C3035E00-8F74-4661-8882-C9EF5A6DE27F}" type="sibTrans" cxnId="{4023811C-9FD4-4947-91F8-4B10FDF3ADFE}">
      <dgm:prSet/>
      <dgm:spPr/>
      <dgm:t>
        <a:bodyPr/>
        <a:lstStyle/>
        <a:p>
          <a:endParaRPr lang="en-US"/>
        </a:p>
      </dgm:t>
    </dgm:pt>
    <dgm:pt modelId="{623BA056-B028-49CF-8E99-FA1AF15466E6}">
      <dgm:prSet/>
      <dgm:spPr/>
      <dgm:t>
        <a:bodyPr/>
        <a:lstStyle/>
        <a:p>
          <a:r>
            <a:rPr lang="es-ES" b="1" dirty="0"/>
            <a:t>Qué hacer</a:t>
          </a:r>
          <a:endParaRPr lang="en-US" dirty="0"/>
        </a:p>
      </dgm:t>
    </dgm:pt>
    <dgm:pt modelId="{7CE7139D-29CB-4D84-B00A-B1B2D98021D1}" type="parTrans" cxnId="{C9F57C17-46B8-44F3-AF15-70A225C6B44D}">
      <dgm:prSet/>
      <dgm:spPr/>
      <dgm:t>
        <a:bodyPr/>
        <a:lstStyle/>
        <a:p>
          <a:endParaRPr lang="en-US"/>
        </a:p>
      </dgm:t>
    </dgm:pt>
    <dgm:pt modelId="{E22E8918-6098-4366-9D96-4D3ECEB769A3}" type="sibTrans" cxnId="{C9F57C17-46B8-44F3-AF15-70A225C6B44D}">
      <dgm:prSet/>
      <dgm:spPr/>
      <dgm:t>
        <a:bodyPr/>
        <a:lstStyle/>
        <a:p>
          <a:endParaRPr lang="en-US"/>
        </a:p>
      </dgm:t>
    </dgm:pt>
    <dgm:pt modelId="{AC801345-4826-47E5-9C8E-06CF6100D1C3}">
      <dgm:prSet/>
      <dgm:spPr/>
      <dgm:t>
        <a:bodyPr/>
        <a:lstStyle/>
        <a:p>
          <a:r>
            <a:rPr lang="es-ES" dirty="0"/>
            <a:t>Crear un archivo .</a:t>
          </a:r>
          <a:r>
            <a:rPr lang="es-ES" dirty="0" err="1"/>
            <a:t>env</a:t>
          </a:r>
          <a:r>
            <a:rPr lang="es-ES" dirty="0"/>
            <a:t> en la carpeta del proyecto con:</a:t>
          </a:r>
          <a:endParaRPr lang="en-US" dirty="0"/>
        </a:p>
      </dgm:t>
    </dgm:pt>
    <dgm:pt modelId="{49755F51-6488-425F-AE68-B2891A30E9D1}" type="parTrans" cxnId="{E2CC30C2-EA70-457C-B91F-C12D63B97868}">
      <dgm:prSet/>
      <dgm:spPr/>
      <dgm:t>
        <a:bodyPr/>
        <a:lstStyle/>
        <a:p>
          <a:endParaRPr lang="en-US"/>
        </a:p>
      </dgm:t>
    </dgm:pt>
    <dgm:pt modelId="{D90E9F48-8607-45F6-AC22-11262E6BEF85}" type="sibTrans" cxnId="{E2CC30C2-EA70-457C-B91F-C12D63B97868}">
      <dgm:prSet/>
      <dgm:spPr/>
      <dgm:t>
        <a:bodyPr/>
        <a:lstStyle/>
        <a:p>
          <a:endParaRPr lang="en-US"/>
        </a:p>
      </dgm:t>
    </dgm:pt>
    <dgm:pt modelId="{9FDEB62F-0B7B-4BB2-B511-599056962CF0}">
      <dgm:prSet/>
      <dgm:spPr/>
      <dgm:t>
        <a:bodyPr/>
        <a:lstStyle/>
        <a:p>
          <a:r>
            <a:rPr lang="es-ES"/>
            <a:t>OPENAI_API_KEY=sk-...o sk-proj-...</a:t>
          </a:r>
          <a:endParaRPr lang="en-US"/>
        </a:p>
      </dgm:t>
    </dgm:pt>
    <dgm:pt modelId="{9ECBB1DC-6477-4AE9-8257-DDC7F93372AE}" type="parTrans" cxnId="{1E8AE385-5A5B-47B5-9E4D-5378C0087175}">
      <dgm:prSet/>
      <dgm:spPr/>
      <dgm:t>
        <a:bodyPr/>
        <a:lstStyle/>
        <a:p>
          <a:endParaRPr lang="en-US"/>
        </a:p>
      </dgm:t>
    </dgm:pt>
    <dgm:pt modelId="{9D7D7BFE-DACB-4393-957E-8CF1BF573B9F}" type="sibTrans" cxnId="{1E8AE385-5A5B-47B5-9E4D-5378C0087175}">
      <dgm:prSet/>
      <dgm:spPr/>
      <dgm:t>
        <a:bodyPr/>
        <a:lstStyle/>
        <a:p>
          <a:endParaRPr lang="en-US"/>
        </a:p>
      </dgm:t>
    </dgm:pt>
    <dgm:pt modelId="{A701EAA6-AD46-4ADF-8D8A-2EE5E9EF44B9}">
      <dgm:prSet/>
      <dgm:spPr/>
      <dgm:t>
        <a:bodyPr/>
        <a:lstStyle/>
        <a:p>
          <a:r>
            <a:rPr lang="es-ES"/>
            <a:t>Instalar dependencias:</a:t>
          </a:r>
          <a:endParaRPr lang="en-US"/>
        </a:p>
      </dgm:t>
    </dgm:pt>
    <dgm:pt modelId="{1FDB82FC-33CC-47BA-8752-1B583DEC3C95}" type="parTrans" cxnId="{F09FCDFB-B171-4A4A-A090-41BACE682BCA}">
      <dgm:prSet/>
      <dgm:spPr/>
      <dgm:t>
        <a:bodyPr/>
        <a:lstStyle/>
        <a:p>
          <a:endParaRPr lang="en-US"/>
        </a:p>
      </dgm:t>
    </dgm:pt>
    <dgm:pt modelId="{E0ADB892-C2EF-4097-A33B-4392084E7525}" type="sibTrans" cxnId="{F09FCDFB-B171-4A4A-A090-41BACE682BCA}">
      <dgm:prSet/>
      <dgm:spPr/>
      <dgm:t>
        <a:bodyPr/>
        <a:lstStyle/>
        <a:p>
          <a:endParaRPr lang="en-US"/>
        </a:p>
      </dgm:t>
    </dgm:pt>
    <dgm:pt modelId="{257AB0B0-7550-487A-859B-6A7A97DE4196}">
      <dgm:prSet/>
      <dgm:spPr/>
      <dgm:t>
        <a:bodyPr/>
        <a:lstStyle/>
        <a:p>
          <a:r>
            <a:rPr lang="es-ES"/>
            <a:t>pip install python-dotenv requests beautifulsoup4 openai&gt;=1.43.0</a:t>
          </a:r>
          <a:endParaRPr lang="en-US"/>
        </a:p>
      </dgm:t>
    </dgm:pt>
    <dgm:pt modelId="{68A67FC7-2CB7-4E4D-A260-C2312C48F50C}" type="parTrans" cxnId="{AA0B1F86-840C-489F-AC27-449E18DB478A}">
      <dgm:prSet/>
      <dgm:spPr/>
      <dgm:t>
        <a:bodyPr/>
        <a:lstStyle/>
        <a:p>
          <a:endParaRPr lang="en-US"/>
        </a:p>
      </dgm:t>
    </dgm:pt>
    <dgm:pt modelId="{B5DA6697-5933-4814-BA33-6C0BF937A7F2}" type="sibTrans" cxnId="{AA0B1F86-840C-489F-AC27-449E18DB478A}">
      <dgm:prSet/>
      <dgm:spPr/>
      <dgm:t>
        <a:bodyPr/>
        <a:lstStyle/>
        <a:p>
          <a:endParaRPr lang="en-US"/>
        </a:p>
      </dgm:t>
    </dgm:pt>
    <dgm:pt modelId="{FC41A081-9D3D-4551-B6B8-9D72ACE84303}">
      <dgm:prSet/>
      <dgm:spPr/>
      <dgm:t>
        <a:bodyPr/>
        <a:lstStyle/>
        <a:p>
          <a:r>
            <a:rPr lang="es-ES"/>
            <a:t>Guardar el script y ejecutarlo con python tu_archivo.py.</a:t>
          </a:r>
          <a:endParaRPr lang="en-US"/>
        </a:p>
      </dgm:t>
    </dgm:pt>
    <dgm:pt modelId="{E4D1FC46-5AFD-4360-8FA2-7DC3D60B8195}" type="parTrans" cxnId="{BA714A23-9C45-456D-A91D-A62CC70461DB}">
      <dgm:prSet/>
      <dgm:spPr/>
      <dgm:t>
        <a:bodyPr/>
        <a:lstStyle/>
        <a:p>
          <a:endParaRPr lang="en-US"/>
        </a:p>
      </dgm:t>
    </dgm:pt>
    <dgm:pt modelId="{67BCFD43-A034-4B76-B5C6-F2F76E6C8902}" type="sibTrans" cxnId="{BA714A23-9C45-456D-A91D-A62CC70461DB}">
      <dgm:prSet/>
      <dgm:spPr/>
      <dgm:t>
        <a:bodyPr/>
        <a:lstStyle/>
        <a:p>
          <a:endParaRPr lang="en-US"/>
        </a:p>
      </dgm:t>
    </dgm:pt>
    <dgm:pt modelId="{A5DCC314-9B99-4DB0-B5B1-1280F27C7EE7}">
      <dgm:prSet/>
      <dgm:spPr/>
      <dgm:t>
        <a:bodyPr/>
        <a:lstStyle/>
        <a:p>
          <a:r>
            <a:rPr lang="es-ES" b="1"/>
            <a:t>Captura 1</a:t>
          </a:r>
          <a:endParaRPr lang="en-US"/>
        </a:p>
      </dgm:t>
    </dgm:pt>
    <dgm:pt modelId="{C79DAF2C-5A16-4378-B374-74083B94BF17}" type="parTrans" cxnId="{48FB7823-FD8B-4388-ADD7-BF5419475E6B}">
      <dgm:prSet/>
      <dgm:spPr/>
      <dgm:t>
        <a:bodyPr/>
        <a:lstStyle/>
        <a:p>
          <a:endParaRPr lang="en-US"/>
        </a:p>
      </dgm:t>
    </dgm:pt>
    <dgm:pt modelId="{EF06DB91-4824-4E6E-8175-688B3A65DBE1}" type="sibTrans" cxnId="{48FB7823-FD8B-4388-ADD7-BF5419475E6B}">
      <dgm:prSet/>
      <dgm:spPr/>
      <dgm:t>
        <a:bodyPr/>
        <a:lstStyle/>
        <a:p>
          <a:endParaRPr lang="en-US"/>
        </a:p>
      </dgm:t>
    </dgm:pt>
    <dgm:pt modelId="{DEB0DFEA-4F02-4E88-8CC9-1AD65AEDDEFB}">
      <dgm:prSet/>
      <dgm:spPr/>
      <dgm:t>
        <a:bodyPr/>
        <a:lstStyle/>
        <a:p>
          <a:r>
            <a:rPr lang="es-ES"/>
            <a:t>Terminal mostrando el mensaje “API key looks good so far” (si lo añadiste) o, en su defecto, el inicio de ejecución sin errores.</a:t>
          </a:r>
          <a:endParaRPr lang="en-US"/>
        </a:p>
      </dgm:t>
    </dgm:pt>
    <dgm:pt modelId="{25DBEF3D-334E-4D1B-AD9D-D864F646EBB8}" type="parTrans" cxnId="{F3093847-F293-400F-95E2-E55093486271}">
      <dgm:prSet/>
      <dgm:spPr/>
      <dgm:t>
        <a:bodyPr/>
        <a:lstStyle/>
        <a:p>
          <a:endParaRPr lang="en-US"/>
        </a:p>
      </dgm:t>
    </dgm:pt>
    <dgm:pt modelId="{7FC95747-8719-4002-AB24-2382F66398CE}" type="sibTrans" cxnId="{F3093847-F293-400F-95E2-E55093486271}">
      <dgm:prSet/>
      <dgm:spPr/>
      <dgm:t>
        <a:bodyPr/>
        <a:lstStyle/>
        <a:p>
          <a:endParaRPr lang="en-US"/>
        </a:p>
      </dgm:t>
    </dgm:pt>
    <dgm:pt modelId="{5DBE8E46-E8D7-4DB6-891F-13669A03B241}" type="pres">
      <dgm:prSet presAssocID="{EDF34DA2-1AAE-4205-B8EC-A2900D299715}" presName="Name0" presStyleCnt="0">
        <dgm:presLayoutVars>
          <dgm:dir/>
          <dgm:resizeHandles val="exact"/>
        </dgm:presLayoutVars>
      </dgm:prSet>
      <dgm:spPr/>
    </dgm:pt>
    <dgm:pt modelId="{48B1CD55-06EA-4FD4-B0B5-4A710BEB34B1}" type="pres">
      <dgm:prSet presAssocID="{E991B84C-6E0C-4798-86C9-70265E9E5BB8}" presName="node" presStyleLbl="node1" presStyleIdx="0" presStyleCnt="12">
        <dgm:presLayoutVars>
          <dgm:bulletEnabled val="1"/>
        </dgm:presLayoutVars>
      </dgm:prSet>
      <dgm:spPr/>
    </dgm:pt>
    <dgm:pt modelId="{CEE61EDD-133B-444D-AB89-4E95AACD8B27}" type="pres">
      <dgm:prSet presAssocID="{1A61DD80-7E8D-4A59-8CE0-6EC5137426D8}" presName="sibTrans" presStyleLbl="sibTrans1D1" presStyleIdx="0" presStyleCnt="11"/>
      <dgm:spPr/>
    </dgm:pt>
    <dgm:pt modelId="{C396DEA1-360C-4A12-B3C3-EBE2604C5279}" type="pres">
      <dgm:prSet presAssocID="{1A61DD80-7E8D-4A59-8CE0-6EC5137426D8}" presName="connectorText" presStyleLbl="sibTrans1D1" presStyleIdx="0" presStyleCnt="11"/>
      <dgm:spPr/>
    </dgm:pt>
    <dgm:pt modelId="{482EA159-CF36-4D5E-B336-D93CDD1422FA}" type="pres">
      <dgm:prSet presAssocID="{86D0E4BD-2EC9-4191-90FF-8B0989C694FE}" presName="node" presStyleLbl="node1" presStyleIdx="1" presStyleCnt="12">
        <dgm:presLayoutVars>
          <dgm:bulletEnabled val="1"/>
        </dgm:presLayoutVars>
      </dgm:prSet>
      <dgm:spPr/>
    </dgm:pt>
    <dgm:pt modelId="{B1107045-7528-49D1-924C-C69A90E7C835}" type="pres">
      <dgm:prSet presAssocID="{3B0A1EBB-354E-4378-B7BD-2667BDB02D3B}" presName="sibTrans" presStyleLbl="sibTrans1D1" presStyleIdx="1" presStyleCnt="11"/>
      <dgm:spPr/>
    </dgm:pt>
    <dgm:pt modelId="{9F57FE24-816A-4676-A96D-B60A9EDD1341}" type="pres">
      <dgm:prSet presAssocID="{3B0A1EBB-354E-4378-B7BD-2667BDB02D3B}" presName="connectorText" presStyleLbl="sibTrans1D1" presStyleIdx="1" presStyleCnt="11"/>
      <dgm:spPr/>
    </dgm:pt>
    <dgm:pt modelId="{CB8D8EB0-E643-46A1-800E-66A743947F30}" type="pres">
      <dgm:prSet presAssocID="{F3C25E71-90E3-4B65-9982-ABA300CF2AED}" presName="node" presStyleLbl="node1" presStyleIdx="2" presStyleCnt="12">
        <dgm:presLayoutVars>
          <dgm:bulletEnabled val="1"/>
        </dgm:presLayoutVars>
      </dgm:prSet>
      <dgm:spPr/>
    </dgm:pt>
    <dgm:pt modelId="{54622466-0032-4D4D-88FF-35B559E7C33E}" type="pres">
      <dgm:prSet presAssocID="{7E250610-9F37-484A-9FF1-6AB4F6262244}" presName="sibTrans" presStyleLbl="sibTrans1D1" presStyleIdx="2" presStyleCnt="11"/>
      <dgm:spPr/>
    </dgm:pt>
    <dgm:pt modelId="{2394C274-AD1D-4246-A472-B1014FC3620F}" type="pres">
      <dgm:prSet presAssocID="{7E250610-9F37-484A-9FF1-6AB4F6262244}" presName="connectorText" presStyleLbl="sibTrans1D1" presStyleIdx="2" presStyleCnt="11"/>
      <dgm:spPr/>
    </dgm:pt>
    <dgm:pt modelId="{48735BDF-CC1B-486E-B6D6-6B170239FB67}" type="pres">
      <dgm:prSet presAssocID="{2BE7F747-9913-40B6-AA8B-28C3B688BA8D}" presName="node" presStyleLbl="node1" presStyleIdx="3" presStyleCnt="12">
        <dgm:presLayoutVars>
          <dgm:bulletEnabled val="1"/>
        </dgm:presLayoutVars>
      </dgm:prSet>
      <dgm:spPr/>
    </dgm:pt>
    <dgm:pt modelId="{666FBA09-51AE-4366-BB8A-35B0353F0CC5}" type="pres">
      <dgm:prSet presAssocID="{C3035E00-8F74-4661-8882-C9EF5A6DE27F}" presName="sibTrans" presStyleLbl="sibTrans1D1" presStyleIdx="3" presStyleCnt="11"/>
      <dgm:spPr/>
    </dgm:pt>
    <dgm:pt modelId="{A6362404-3275-419D-B183-EBB6F306CD1B}" type="pres">
      <dgm:prSet presAssocID="{C3035E00-8F74-4661-8882-C9EF5A6DE27F}" presName="connectorText" presStyleLbl="sibTrans1D1" presStyleIdx="3" presStyleCnt="11"/>
      <dgm:spPr/>
    </dgm:pt>
    <dgm:pt modelId="{4CF33754-E8F1-43E0-B2AC-29D311BC60A0}" type="pres">
      <dgm:prSet presAssocID="{623BA056-B028-49CF-8E99-FA1AF15466E6}" presName="node" presStyleLbl="node1" presStyleIdx="4" presStyleCnt="12">
        <dgm:presLayoutVars>
          <dgm:bulletEnabled val="1"/>
        </dgm:presLayoutVars>
      </dgm:prSet>
      <dgm:spPr/>
    </dgm:pt>
    <dgm:pt modelId="{E435836B-20F4-4C81-92D1-1D79C7633D4F}" type="pres">
      <dgm:prSet presAssocID="{E22E8918-6098-4366-9D96-4D3ECEB769A3}" presName="sibTrans" presStyleLbl="sibTrans1D1" presStyleIdx="4" presStyleCnt="11"/>
      <dgm:spPr/>
    </dgm:pt>
    <dgm:pt modelId="{74A06EE2-8B29-4BF1-84F6-1E498CC6C48C}" type="pres">
      <dgm:prSet presAssocID="{E22E8918-6098-4366-9D96-4D3ECEB769A3}" presName="connectorText" presStyleLbl="sibTrans1D1" presStyleIdx="4" presStyleCnt="11"/>
      <dgm:spPr/>
    </dgm:pt>
    <dgm:pt modelId="{57BECD04-B419-4370-BA46-C2A915C0EB05}" type="pres">
      <dgm:prSet presAssocID="{AC801345-4826-47E5-9C8E-06CF6100D1C3}" presName="node" presStyleLbl="node1" presStyleIdx="5" presStyleCnt="12">
        <dgm:presLayoutVars>
          <dgm:bulletEnabled val="1"/>
        </dgm:presLayoutVars>
      </dgm:prSet>
      <dgm:spPr/>
    </dgm:pt>
    <dgm:pt modelId="{E4386E7F-E2BC-44F4-9A09-B492A42A586A}" type="pres">
      <dgm:prSet presAssocID="{D90E9F48-8607-45F6-AC22-11262E6BEF85}" presName="sibTrans" presStyleLbl="sibTrans1D1" presStyleIdx="5" presStyleCnt="11"/>
      <dgm:spPr/>
    </dgm:pt>
    <dgm:pt modelId="{7AFDD92C-2534-495F-8B84-2760688B6423}" type="pres">
      <dgm:prSet presAssocID="{D90E9F48-8607-45F6-AC22-11262E6BEF85}" presName="connectorText" presStyleLbl="sibTrans1D1" presStyleIdx="5" presStyleCnt="11"/>
      <dgm:spPr/>
    </dgm:pt>
    <dgm:pt modelId="{5B86D0E7-597D-44C8-975A-70FC02D668BA}" type="pres">
      <dgm:prSet presAssocID="{9FDEB62F-0B7B-4BB2-B511-599056962CF0}" presName="node" presStyleLbl="node1" presStyleIdx="6" presStyleCnt="12">
        <dgm:presLayoutVars>
          <dgm:bulletEnabled val="1"/>
        </dgm:presLayoutVars>
      </dgm:prSet>
      <dgm:spPr/>
    </dgm:pt>
    <dgm:pt modelId="{5C9836AF-5CB6-41D7-B1FC-30B7284629E2}" type="pres">
      <dgm:prSet presAssocID="{9D7D7BFE-DACB-4393-957E-8CF1BF573B9F}" presName="sibTrans" presStyleLbl="sibTrans1D1" presStyleIdx="6" presStyleCnt="11"/>
      <dgm:spPr/>
    </dgm:pt>
    <dgm:pt modelId="{A124E210-3165-4A07-AD8D-820A2021B997}" type="pres">
      <dgm:prSet presAssocID="{9D7D7BFE-DACB-4393-957E-8CF1BF573B9F}" presName="connectorText" presStyleLbl="sibTrans1D1" presStyleIdx="6" presStyleCnt="11"/>
      <dgm:spPr/>
    </dgm:pt>
    <dgm:pt modelId="{02F41C09-56A3-4710-8F8D-08CEC688A576}" type="pres">
      <dgm:prSet presAssocID="{A701EAA6-AD46-4ADF-8D8A-2EE5E9EF44B9}" presName="node" presStyleLbl="node1" presStyleIdx="7" presStyleCnt="12">
        <dgm:presLayoutVars>
          <dgm:bulletEnabled val="1"/>
        </dgm:presLayoutVars>
      </dgm:prSet>
      <dgm:spPr/>
    </dgm:pt>
    <dgm:pt modelId="{B599FCD2-896B-4989-8147-A386B7C34862}" type="pres">
      <dgm:prSet presAssocID="{E0ADB892-C2EF-4097-A33B-4392084E7525}" presName="sibTrans" presStyleLbl="sibTrans1D1" presStyleIdx="7" presStyleCnt="11"/>
      <dgm:spPr/>
    </dgm:pt>
    <dgm:pt modelId="{688FC5AC-DBDE-4227-B845-E44016D9A65B}" type="pres">
      <dgm:prSet presAssocID="{E0ADB892-C2EF-4097-A33B-4392084E7525}" presName="connectorText" presStyleLbl="sibTrans1D1" presStyleIdx="7" presStyleCnt="11"/>
      <dgm:spPr/>
    </dgm:pt>
    <dgm:pt modelId="{95AC1AAD-896B-4FE8-9BC5-0250D58DBA00}" type="pres">
      <dgm:prSet presAssocID="{257AB0B0-7550-487A-859B-6A7A97DE4196}" presName="node" presStyleLbl="node1" presStyleIdx="8" presStyleCnt="12">
        <dgm:presLayoutVars>
          <dgm:bulletEnabled val="1"/>
        </dgm:presLayoutVars>
      </dgm:prSet>
      <dgm:spPr/>
    </dgm:pt>
    <dgm:pt modelId="{C7189461-C224-45E6-ADBC-C37157F144EB}" type="pres">
      <dgm:prSet presAssocID="{B5DA6697-5933-4814-BA33-6C0BF937A7F2}" presName="sibTrans" presStyleLbl="sibTrans1D1" presStyleIdx="8" presStyleCnt="11"/>
      <dgm:spPr/>
    </dgm:pt>
    <dgm:pt modelId="{DCA82A14-C3E2-4B9A-883C-D922C7E742E0}" type="pres">
      <dgm:prSet presAssocID="{B5DA6697-5933-4814-BA33-6C0BF937A7F2}" presName="connectorText" presStyleLbl="sibTrans1D1" presStyleIdx="8" presStyleCnt="11"/>
      <dgm:spPr/>
    </dgm:pt>
    <dgm:pt modelId="{B8FA7C7E-71A8-4CE5-9369-98A2BD56F055}" type="pres">
      <dgm:prSet presAssocID="{FC41A081-9D3D-4551-B6B8-9D72ACE84303}" presName="node" presStyleLbl="node1" presStyleIdx="9" presStyleCnt="12">
        <dgm:presLayoutVars>
          <dgm:bulletEnabled val="1"/>
        </dgm:presLayoutVars>
      </dgm:prSet>
      <dgm:spPr/>
    </dgm:pt>
    <dgm:pt modelId="{573F3820-6A84-44C1-95AC-37F95492D24E}" type="pres">
      <dgm:prSet presAssocID="{67BCFD43-A034-4B76-B5C6-F2F76E6C8902}" presName="sibTrans" presStyleLbl="sibTrans1D1" presStyleIdx="9" presStyleCnt="11"/>
      <dgm:spPr/>
    </dgm:pt>
    <dgm:pt modelId="{10E94DB6-7B1B-4468-8BE0-F0EF51D896FF}" type="pres">
      <dgm:prSet presAssocID="{67BCFD43-A034-4B76-B5C6-F2F76E6C8902}" presName="connectorText" presStyleLbl="sibTrans1D1" presStyleIdx="9" presStyleCnt="11"/>
      <dgm:spPr/>
    </dgm:pt>
    <dgm:pt modelId="{850A97D2-EBBC-4532-BA0A-21398C81DA5A}" type="pres">
      <dgm:prSet presAssocID="{A5DCC314-9B99-4DB0-B5B1-1280F27C7EE7}" presName="node" presStyleLbl="node1" presStyleIdx="10" presStyleCnt="12">
        <dgm:presLayoutVars>
          <dgm:bulletEnabled val="1"/>
        </dgm:presLayoutVars>
      </dgm:prSet>
      <dgm:spPr/>
    </dgm:pt>
    <dgm:pt modelId="{B6202DC9-F2D8-4174-94E1-68649B69837C}" type="pres">
      <dgm:prSet presAssocID="{EF06DB91-4824-4E6E-8175-688B3A65DBE1}" presName="sibTrans" presStyleLbl="sibTrans1D1" presStyleIdx="10" presStyleCnt="11"/>
      <dgm:spPr/>
    </dgm:pt>
    <dgm:pt modelId="{DFE80B87-81CB-40B0-9342-617C3E3CD201}" type="pres">
      <dgm:prSet presAssocID="{EF06DB91-4824-4E6E-8175-688B3A65DBE1}" presName="connectorText" presStyleLbl="sibTrans1D1" presStyleIdx="10" presStyleCnt="11"/>
      <dgm:spPr/>
    </dgm:pt>
    <dgm:pt modelId="{B9AF6B4A-83FA-4D90-BA83-2289EA435733}" type="pres">
      <dgm:prSet presAssocID="{DEB0DFEA-4F02-4E88-8CC9-1AD65AEDDEFB}" presName="node" presStyleLbl="node1" presStyleIdx="11" presStyleCnt="12">
        <dgm:presLayoutVars>
          <dgm:bulletEnabled val="1"/>
        </dgm:presLayoutVars>
      </dgm:prSet>
      <dgm:spPr/>
    </dgm:pt>
  </dgm:ptLst>
  <dgm:cxnLst>
    <dgm:cxn modelId="{875B5901-BFEA-479B-B1DB-2EAE360B1FE3}" type="presOf" srcId="{67BCFD43-A034-4B76-B5C6-F2F76E6C8902}" destId="{573F3820-6A84-44C1-95AC-37F95492D24E}" srcOrd="0" destOrd="0" presId="urn:microsoft.com/office/officeart/2016/7/layout/RepeatingBendingProcessNew"/>
    <dgm:cxn modelId="{A758AC05-30ED-49E8-8B5E-4529DF1A4BEC}" type="presOf" srcId="{86D0E4BD-2EC9-4191-90FF-8B0989C694FE}" destId="{482EA159-CF36-4D5E-B336-D93CDD1422FA}" srcOrd="0" destOrd="0" presId="urn:microsoft.com/office/officeart/2016/7/layout/RepeatingBendingProcessNew"/>
    <dgm:cxn modelId="{C313C106-6B3A-4135-9B0D-0210F4884265}" type="presOf" srcId="{7E250610-9F37-484A-9FF1-6AB4F6262244}" destId="{2394C274-AD1D-4246-A472-B1014FC3620F}" srcOrd="1" destOrd="0" presId="urn:microsoft.com/office/officeart/2016/7/layout/RepeatingBendingProcessNew"/>
    <dgm:cxn modelId="{4327B915-6E0C-4CFD-A761-408C21BE2BE0}" type="presOf" srcId="{EF06DB91-4824-4E6E-8175-688B3A65DBE1}" destId="{B6202DC9-F2D8-4174-94E1-68649B69837C}" srcOrd="0" destOrd="0" presId="urn:microsoft.com/office/officeart/2016/7/layout/RepeatingBendingProcessNew"/>
    <dgm:cxn modelId="{C9F57C17-46B8-44F3-AF15-70A225C6B44D}" srcId="{EDF34DA2-1AAE-4205-B8EC-A2900D299715}" destId="{623BA056-B028-49CF-8E99-FA1AF15466E6}" srcOrd="4" destOrd="0" parTransId="{7CE7139D-29CB-4D84-B00A-B1B2D98021D1}" sibTransId="{E22E8918-6098-4366-9D96-4D3ECEB769A3}"/>
    <dgm:cxn modelId="{4023811C-9FD4-4947-91F8-4B10FDF3ADFE}" srcId="{EDF34DA2-1AAE-4205-B8EC-A2900D299715}" destId="{2BE7F747-9913-40B6-AA8B-28C3B688BA8D}" srcOrd="3" destOrd="0" parTransId="{D9B124E4-988D-45E0-A8D5-1D61EDCC2BC9}" sibTransId="{C3035E00-8F74-4661-8882-C9EF5A6DE27F}"/>
    <dgm:cxn modelId="{B86BAC21-4F42-4219-96EA-87112FDEF61A}" type="presOf" srcId="{E22E8918-6098-4366-9D96-4D3ECEB769A3}" destId="{E435836B-20F4-4C81-92D1-1D79C7633D4F}" srcOrd="0" destOrd="0" presId="urn:microsoft.com/office/officeart/2016/7/layout/RepeatingBendingProcessNew"/>
    <dgm:cxn modelId="{279E5522-E585-4F94-A48A-066425293724}" type="presOf" srcId="{D90E9F48-8607-45F6-AC22-11262E6BEF85}" destId="{E4386E7F-E2BC-44F4-9A09-B492A42A586A}" srcOrd="0" destOrd="0" presId="urn:microsoft.com/office/officeart/2016/7/layout/RepeatingBendingProcessNew"/>
    <dgm:cxn modelId="{BA714A23-9C45-456D-A91D-A62CC70461DB}" srcId="{EDF34DA2-1AAE-4205-B8EC-A2900D299715}" destId="{FC41A081-9D3D-4551-B6B8-9D72ACE84303}" srcOrd="9" destOrd="0" parTransId="{E4D1FC46-5AFD-4360-8FA2-7DC3D60B8195}" sibTransId="{67BCFD43-A034-4B76-B5C6-F2F76E6C8902}"/>
    <dgm:cxn modelId="{48FB7823-FD8B-4388-ADD7-BF5419475E6B}" srcId="{EDF34DA2-1AAE-4205-B8EC-A2900D299715}" destId="{A5DCC314-9B99-4DB0-B5B1-1280F27C7EE7}" srcOrd="10" destOrd="0" parTransId="{C79DAF2C-5A16-4378-B374-74083B94BF17}" sibTransId="{EF06DB91-4824-4E6E-8175-688B3A65DBE1}"/>
    <dgm:cxn modelId="{69AEE524-353D-444A-91C0-481F4387027D}" type="presOf" srcId="{E22E8918-6098-4366-9D96-4D3ECEB769A3}" destId="{74A06EE2-8B29-4BF1-84F6-1E498CC6C48C}" srcOrd="1" destOrd="0" presId="urn:microsoft.com/office/officeart/2016/7/layout/RepeatingBendingProcessNew"/>
    <dgm:cxn modelId="{4BEA0D2D-792D-41D3-A805-D2856812A536}" type="presOf" srcId="{9D7D7BFE-DACB-4393-957E-8CF1BF573B9F}" destId="{A124E210-3165-4A07-AD8D-820A2021B997}" srcOrd="1" destOrd="0" presId="urn:microsoft.com/office/officeart/2016/7/layout/RepeatingBendingProcessNew"/>
    <dgm:cxn modelId="{C75A172F-BB2E-477A-9D7B-973DBDDDB617}" type="presOf" srcId="{EF06DB91-4824-4E6E-8175-688B3A65DBE1}" destId="{DFE80B87-81CB-40B0-9342-617C3E3CD201}" srcOrd="1" destOrd="0" presId="urn:microsoft.com/office/officeart/2016/7/layout/RepeatingBendingProcessNew"/>
    <dgm:cxn modelId="{11EE8431-73BB-4F51-915A-DF26F21A6AD2}" type="presOf" srcId="{F3C25E71-90E3-4B65-9982-ABA300CF2AED}" destId="{CB8D8EB0-E643-46A1-800E-66A743947F30}" srcOrd="0" destOrd="0" presId="urn:microsoft.com/office/officeart/2016/7/layout/RepeatingBendingProcessNew"/>
    <dgm:cxn modelId="{42B5A732-F263-4E1D-8A49-A7CD6D162F2F}" type="presOf" srcId="{B5DA6697-5933-4814-BA33-6C0BF937A7F2}" destId="{DCA82A14-C3E2-4B9A-883C-D922C7E742E0}" srcOrd="1" destOrd="0" presId="urn:microsoft.com/office/officeart/2016/7/layout/RepeatingBendingProcessNew"/>
    <dgm:cxn modelId="{A0DC4636-9CC4-43B7-AFEB-666DC31B57C9}" type="presOf" srcId="{E0ADB892-C2EF-4097-A33B-4392084E7525}" destId="{688FC5AC-DBDE-4227-B845-E44016D9A65B}" srcOrd="1" destOrd="0" presId="urn:microsoft.com/office/officeart/2016/7/layout/RepeatingBendingProcessNew"/>
    <dgm:cxn modelId="{E36C3637-9749-4D4A-A7C5-EDC1BE5B0F16}" type="presOf" srcId="{9FDEB62F-0B7B-4BB2-B511-599056962CF0}" destId="{5B86D0E7-597D-44C8-975A-70FC02D668BA}" srcOrd="0" destOrd="0" presId="urn:microsoft.com/office/officeart/2016/7/layout/RepeatingBendingProcessNew"/>
    <dgm:cxn modelId="{F76DDF3D-DF98-40CF-AE60-61589056CAE1}" srcId="{EDF34DA2-1AAE-4205-B8EC-A2900D299715}" destId="{86D0E4BD-2EC9-4191-90FF-8B0989C694FE}" srcOrd="1" destOrd="0" parTransId="{56AADAEE-EE7D-409C-AAFE-19C6DE5A93A0}" sibTransId="{3B0A1EBB-354E-4378-B7BD-2667BDB02D3B}"/>
    <dgm:cxn modelId="{D10D5A3E-853B-433E-B0A0-ECC3CC718445}" type="presOf" srcId="{AC801345-4826-47E5-9C8E-06CF6100D1C3}" destId="{57BECD04-B419-4370-BA46-C2A915C0EB05}" srcOrd="0" destOrd="0" presId="urn:microsoft.com/office/officeart/2016/7/layout/RepeatingBendingProcessNew"/>
    <dgm:cxn modelId="{AE08DD3E-A618-4851-A23C-1CF3E96CE756}" type="presOf" srcId="{C3035E00-8F74-4661-8882-C9EF5A6DE27F}" destId="{666FBA09-51AE-4366-BB8A-35B0353F0CC5}" srcOrd="0" destOrd="0" presId="urn:microsoft.com/office/officeart/2016/7/layout/RepeatingBendingProcessNew"/>
    <dgm:cxn modelId="{BFECFB3E-BACF-4186-9363-D54C3328C640}" type="presOf" srcId="{2BE7F747-9913-40B6-AA8B-28C3B688BA8D}" destId="{48735BDF-CC1B-486E-B6D6-6B170239FB67}" srcOrd="0" destOrd="0" presId="urn:microsoft.com/office/officeart/2016/7/layout/RepeatingBendingProcessNew"/>
    <dgm:cxn modelId="{C285CB65-9604-4DD1-8F58-7E036588C309}" type="presOf" srcId="{623BA056-B028-49CF-8E99-FA1AF15466E6}" destId="{4CF33754-E8F1-43E0-B2AC-29D311BC60A0}" srcOrd="0" destOrd="0" presId="urn:microsoft.com/office/officeart/2016/7/layout/RepeatingBendingProcessNew"/>
    <dgm:cxn modelId="{F3093847-F293-400F-95E2-E55093486271}" srcId="{EDF34DA2-1AAE-4205-B8EC-A2900D299715}" destId="{DEB0DFEA-4F02-4E88-8CC9-1AD65AEDDEFB}" srcOrd="11" destOrd="0" parTransId="{25DBEF3D-334E-4D1B-AD9D-D864F646EBB8}" sibTransId="{7FC95747-8719-4002-AB24-2382F66398CE}"/>
    <dgm:cxn modelId="{19B6E76C-9CA7-44FD-86E4-E2EBEFABE129}" type="presOf" srcId="{A701EAA6-AD46-4ADF-8D8A-2EE5E9EF44B9}" destId="{02F41C09-56A3-4710-8F8D-08CEC688A576}" srcOrd="0" destOrd="0" presId="urn:microsoft.com/office/officeart/2016/7/layout/RepeatingBendingProcessNew"/>
    <dgm:cxn modelId="{2B476B6F-FF9F-4245-9BC0-E6FDC1447EE9}" type="presOf" srcId="{C3035E00-8F74-4661-8882-C9EF5A6DE27F}" destId="{A6362404-3275-419D-B183-EBB6F306CD1B}" srcOrd="1" destOrd="0" presId="urn:microsoft.com/office/officeart/2016/7/layout/RepeatingBendingProcessNew"/>
    <dgm:cxn modelId="{630B7971-FCB9-4C67-84BB-75B6175006AB}" type="presOf" srcId="{DEB0DFEA-4F02-4E88-8CC9-1AD65AEDDEFB}" destId="{B9AF6B4A-83FA-4D90-BA83-2289EA435733}" srcOrd="0" destOrd="0" presId="urn:microsoft.com/office/officeart/2016/7/layout/RepeatingBendingProcessNew"/>
    <dgm:cxn modelId="{8CE17953-A5EE-4BA2-81FF-6FD7310D7B34}" type="presOf" srcId="{A5DCC314-9B99-4DB0-B5B1-1280F27C7EE7}" destId="{850A97D2-EBBC-4532-BA0A-21398C81DA5A}" srcOrd="0" destOrd="0" presId="urn:microsoft.com/office/officeart/2016/7/layout/RepeatingBendingProcessNew"/>
    <dgm:cxn modelId="{1E8AE385-5A5B-47B5-9E4D-5378C0087175}" srcId="{EDF34DA2-1AAE-4205-B8EC-A2900D299715}" destId="{9FDEB62F-0B7B-4BB2-B511-599056962CF0}" srcOrd="6" destOrd="0" parTransId="{9ECBB1DC-6477-4AE9-8257-DDC7F93372AE}" sibTransId="{9D7D7BFE-DACB-4393-957E-8CF1BF573B9F}"/>
    <dgm:cxn modelId="{AA0B1F86-840C-489F-AC27-449E18DB478A}" srcId="{EDF34DA2-1AAE-4205-B8EC-A2900D299715}" destId="{257AB0B0-7550-487A-859B-6A7A97DE4196}" srcOrd="8" destOrd="0" parTransId="{68A67FC7-2CB7-4E4D-A260-C2312C48F50C}" sibTransId="{B5DA6697-5933-4814-BA33-6C0BF937A7F2}"/>
    <dgm:cxn modelId="{64B6178B-4926-4549-BA92-B8B5F648F91F}" type="presOf" srcId="{3B0A1EBB-354E-4378-B7BD-2667BDB02D3B}" destId="{9F57FE24-816A-4676-A96D-B60A9EDD1341}" srcOrd="1" destOrd="0" presId="urn:microsoft.com/office/officeart/2016/7/layout/RepeatingBendingProcessNew"/>
    <dgm:cxn modelId="{2B602B90-2687-4E46-BD18-C7EA29155A29}" type="presOf" srcId="{FC41A081-9D3D-4551-B6B8-9D72ACE84303}" destId="{B8FA7C7E-71A8-4CE5-9369-98A2BD56F055}" srcOrd="0" destOrd="0" presId="urn:microsoft.com/office/officeart/2016/7/layout/RepeatingBendingProcessNew"/>
    <dgm:cxn modelId="{DDFC1995-5E95-4A75-ADF4-D6239AE5E880}" srcId="{EDF34DA2-1AAE-4205-B8EC-A2900D299715}" destId="{E991B84C-6E0C-4798-86C9-70265E9E5BB8}" srcOrd="0" destOrd="0" parTransId="{A9BB43D1-D3F1-4688-970D-9FBD49D28403}" sibTransId="{1A61DD80-7E8D-4A59-8CE0-6EC5137426D8}"/>
    <dgm:cxn modelId="{7B4E079F-50A7-4438-870F-2FCB249C5BF3}" srcId="{EDF34DA2-1AAE-4205-B8EC-A2900D299715}" destId="{F3C25E71-90E3-4B65-9982-ABA300CF2AED}" srcOrd="2" destOrd="0" parTransId="{70BE9964-79FF-4169-ABF0-15FA74864B92}" sibTransId="{7E250610-9F37-484A-9FF1-6AB4F6262244}"/>
    <dgm:cxn modelId="{E1AB719F-071B-4670-9943-165E54D7CC96}" type="presOf" srcId="{E0ADB892-C2EF-4097-A33B-4392084E7525}" destId="{B599FCD2-896B-4989-8147-A386B7C34862}" srcOrd="0" destOrd="0" presId="urn:microsoft.com/office/officeart/2016/7/layout/RepeatingBendingProcessNew"/>
    <dgm:cxn modelId="{01A5A09F-B83E-416A-9B17-00E4A80C4A52}" type="presOf" srcId="{1A61DD80-7E8D-4A59-8CE0-6EC5137426D8}" destId="{CEE61EDD-133B-444D-AB89-4E95AACD8B27}" srcOrd="0" destOrd="0" presId="urn:microsoft.com/office/officeart/2016/7/layout/RepeatingBendingProcessNew"/>
    <dgm:cxn modelId="{44C52DA7-6CA3-4606-AED1-434F32527453}" type="presOf" srcId="{67BCFD43-A034-4B76-B5C6-F2F76E6C8902}" destId="{10E94DB6-7B1B-4468-8BE0-F0EF51D896FF}" srcOrd="1" destOrd="0" presId="urn:microsoft.com/office/officeart/2016/7/layout/RepeatingBendingProcessNew"/>
    <dgm:cxn modelId="{F23938AB-0094-49A4-909D-49798A39CEAC}" type="presOf" srcId="{9D7D7BFE-DACB-4393-957E-8CF1BF573B9F}" destId="{5C9836AF-5CB6-41D7-B1FC-30B7284629E2}" srcOrd="0" destOrd="0" presId="urn:microsoft.com/office/officeart/2016/7/layout/RepeatingBendingProcessNew"/>
    <dgm:cxn modelId="{D4D904AE-2022-47A0-B9A2-8F47B4FDF3ED}" type="presOf" srcId="{E991B84C-6E0C-4798-86C9-70265E9E5BB8}" destId="{48B1CD55-06EA-4FD4-B0B5-4A710BEB34B1}" srcOrd="0" destOrd="0" presId="urn:microsoft.com/office/officeart/2016/7/layout/RepeatingBendingProcessNew"/>
    <dgm:cxn modelId="{5297C4B2-B5DB-4ABD-A483-BF7C8E68B6A3}" type="presOf" srcId="{EDF34DA2-1AAE-4205-B8EC-A2900D299715}" destId="{5DBE8E46-E8D7-4DB6-891F-13669A03B241}" srcOrd="0" destOrd="0" presId="urn:microsoft.com/office/officeart/2016/7/layout/RepeatingBendingProcessNew"/>
    <dgm:cxn modelId="{E2CC30C2-EA70-457C-B91F-C12D63B97868}" srcId="{EDF34DA2-1AAE-4205-B8EC-A2900D299715}" destId="{AC801345-4826-47E5-9C8E-06CF6100D1C3}" srcOrd="5" destOrd="0" parTransId="{49755F51-6488-425F-AE68-B2891A30E9D1}" sibTransId="{D90E9F48-8607-45F6-AC22-11262E6BEF85}"/>
    <dgm:cxn modelId="{C0F212CC-0861-49CC-AD3F-D06600AAF655}" type="presOf" srcId="{1A61DD80-7E8D-4A59-8CE0-6EC5137426D8}" destId="{C396DEA1-360C-4A12-B3C3-EBE2604C5279}" srcOrd="1" destOrd="0" presId="urn:microsoft.com/office/officeart/2016/7/layout/RepeatingBendingProcessNew"/>
    <dgm:cxn modelId="{3B5F34D1-5C22-4393-A729-2574366C90AD}" type="presOf" srcId="{D90E9F48-8607-45F6-AC22-11262E6BEF85}" destId="{7AFDD92C-2534-495F-8B84-2760688B6423}" srcOrd="1" destOrd="0" presId="urn:microsoft.com/office/officeart/2016/7/layout/RepeatingBendingProcessNew"/>
    <dgm:cxn modelId="{8A1BF9DD-0FBE-4F9D-82E3-B04FEDA863D9}" type="presOf" srcId="{257AB0B0-7550-487A-859B-6A7A97DE4196}" destId="{95AC1AAD-896B-4FE8-9BC5-0250D58DBA00}" srcOrd="0" destOrd="0" presId="urn:microsoft.com/office/officeart/2016/7/layout/RepeatingBendingProcessNew"/>
    <dgm:cxn modelId="{4F298DF3-82DA-4932-8248-961FC607FEDF}" type="presOf" srcId="{B5DA6697-5933-4814-BA33-6C0BF937A7F2}" destId="{C7189461-C224-45E6-ADBC-C37157F144EB}" srcOrd="0" destOrd="0" presId="urn:microsoft.com/office/officeart/2016/7/layout/RepeatingBendingProcessNew"/>
    <dgm:cxn modelId="{BBEC8BF6-66F1-44C7-A3A0-8F15B9E29C9E}" type="presOf" srcId="{7E250610-9F37-484A-9FF1-6AB4F6262244}" destId="{54622466-0032-4D4D-88FF-35B559E7C33E}" srcOrd="0" destOrd="0" presId="urn:microsoft.com/office/officeart/2016/7/layout/RepeatingBendingProcessNew"/>
    <dgm:cxn modelId="{F09FCDFB-B171-4A4A-A090-41BACE682BCA}" srcId="{EDF34DA2-1AAE-4205-B8EC-A2900D299715}" destId="{A701EAA6-AD46-4ADF-8D8A-2EE5E9EF44B9}" srcOrd="7" destOrd="0" parTransId="{1FDB82FC-33CC-47BA-8752-1B583DEC3C95}" sibTransId="{E0ADB892-C2EF-4097-A33B-4392084E7525}"/>
    <dgm:cxn modelId="{E43DFEFC-7183-4ABE-B76A-21FD60B2F9A4}" type="presOf" srcId="{3B0A1EBB-354E-4378-B7BD-2667BDB02D3B}" destId="{B1107045-7528-49D1-924C-C69A90E7C835}" srcOrd="0" destOrd="0" presId="urn:microsoft.com/office/officeart/2016/7/layout/RepeatingBendingProcessNew"/>
    <dgm:cxn modelId="{2513253E-8A14-4A70-8145-D81CBD64E75C}" type="presParOf" srcId="{5DBE8E46-E8D7-4DB6-891F-13669A03B241}" destId="{48B1CD55-06EA-4FD4-B0B5-4A710BEB34B1}" srcOrd="0" destOrd="0" presId="urn:microsoft.com/office/officeart/2016/7/layout/RepeatingBendingProcessNew"/>
    <dgm:cxn modelId="{C4A8B557-CF09-4A0B-B4C9-FD1A19ECE346}" type="presParOf" srcId="{5DBE8E46-E8D7-4DB6-891F-13669A03B241}" destId="{CEE61EDD-133B-444D-AB89-4E95AACD8B27}" srcOrd="1" destOrd="0" presId="urn:microsoft.com/office/officeart/2016/7/layout/RepeatingBendingProcessNew"/>
    <dgm:cxn modelId="{9998013C-B559-448F-93B6-5E5EDA00EACD}" type="presParOf" srcId="{CEE61EDD-133B-444D-AB89-4E95AACD8B27}" destId="{C396DEA1-360C-4A12-B3C3-EBE2604C5279}" srcOrd="0" destOrd="0" presId="urn:microsoft.com/office/officeart/2016/7/layout/RepeatingBendingProcessNew"/>
    <dgm:cxn modelId="{A4AA48B2-E1A8-4E33-A259-DFD8754E2B7C}" type="presParOf" srcId="{5DBE8E46-E8D7-4DB6-891F-13669A03B241}" destId="{482EA159-CF36-4D5E-B336-D93CDD1422FA}" srcOrd="2" destOrd="0" presId="urn:microsoft.com/office/officeart/2016/7/layout/RepeatingBendingProcessNew"/>
    <dgm:cxn modelId="{3A300E44-0AB2-4C06-AAD9-26DBCE74E334}" type="presParOf" srcId="{5DBE8E46-E8D7-4DB6-891F-13669A03B241}" destId="{B1107045-7528-49D1-924C-C69A90E7C835}" srcOrd="3" destOrd="0" presId="urn:microsoft.com/office/officeart/2016/7/layout/RepeatingBendingProcessNew"/>
    <dgm:cxn modelId="{D6E19846-903B-4800-A178-F3BE0AFC72CD}" type="presParOf" srcId="{B1107045-7528-49D1-924C-C69A90E7C835}" destId="{9F57FE24-816A-4676-A96D-B60A9EDD1341}" srcOrd="0" destOrd="0" presId="urn:microsoft.com/office/officeart/2016/7/layout/RepeatingBendingProcessNew"/>
    <dgm:cxn modelId="{FBCCD350-A69A-462C-9DC9-8B7E55B86375}" type="presParOf" srcId="{5DBE8E46-E8D7-4DB6-891F-13669A03B241}" destId="{CB8D8EB0-E643-46A1-800E-66A743947F30}" srcOrd="4" destOrd="0" presId="urn:microsoft.com/office/officeart/2016/7/layout/RepeatingBendingProcessNew"/>
    <dgm:cxn modelId="{87D38114-C1DB-4CF7-93BC-4901F6D24AA9}" type="presParOf" srcId="{5DBE8E46-E8D7-4DB6-891F-13669A03B241}" destId="{54622466-0032-4D4D-88FF-35B559E7C33E}" srcOrd="5" destOrd="0" presId="urn:microsoft.com/office/officeart/2016/7/layout/RepeatingBendingProcessNew"/>
    <dgm:cxn modelId="{3C4551FA-AD4A-4252-BD08-F06DA3F1B1C6}" type="presParOf" srcId="{54622466-0032-4D4D-88FF-35B559E7C33E}" destId="{2394C274-AD1D-4246-A472-B1014FC3620F}" srcOrd="0" destOrd="0" presId="urn:microsoft.com/office/officeart/2016/7/layout/RepeatingBendingProcessNew"/>
    <dgm:cxn modelId="{F4B7E7CD-49F0-4596-8DF5-A474CBF80493}" type="presParOf" srcId="{5DBE8E46-E8D7-4DB6-891F-13669A03B241}" destId="{48735BDF-CC1B-486E-B6D6-6B170239FB67}" srcOrd="6" destOrd="0" presId="urn:microsoft.com/office/officeart/2016/7/layout/RepeatingBendingProcessNew"/>
    <dgm:cxn modelId="{63EE986B-2886-4D4F-B083-7B03F2BCA4C7}" type="presParOf" srcId="{5DBE8E46-E8D7-4DB6-891F-13669A03B241}" destId="{666FBA09-51AE-4366-BB8A-35B0353F0CC5}" srcOrd="7" destOrd="0" presId="urn:microsoft.com/office/officeart/2016/7/layout/RepeatingBendingProcessNew"/>
    <dgm:cxn modelId="{26377833-E393-4835-AB58-8EB74386DED1}" type="presParOf" srcId="{666FBA09-51AE-4366-BB8A-35B0353F0CC5}" destId="{A6362404-3275-419D-B183-EBB6F306CD1B}" srcOrd="0" destOrd="0" presId="urn:microsoft.com/office/officeart/2016/7/layout/RepeatingBendingProcessNew"/>
    <dgm:cxn modelId="{A141DDF7-E39F-4BCB-9E79-CC65475F121C}" type="presParOf" srcId="{5DBE8E46-E8D7-4DB6-891F-13669A03B241}" destId="{4CF33754-E8F1-43E0-B2AC-29D311BC60A0}" srcOrd="8" destOrd="0" presId="urn:microsoft.com/office/officeart/2016/7/layout/RepeatingBendingProcessNew"/>
    <dgm:cxn modelId="{2872821F-D888-433D-AE33-4D6C081C98B2}" type="presParOf" srcId="{5DBE8E46-E8D7-4DB6-891F-13669A03B241}" destId="{E435836B-20F4-4C81-92D1-1D79C7633D4F}" srcOrd="9" destOrd="0" presId="urn:microsoft.com/office/officeart/2016/7/layout/RepeatingBendingProcessNew"/>
    <dgm:cxn modelId="{827F2E4C-4F54-4E51-B0A4-8DECBF38967B}" type="presParOf" srcId="{E435836B-20F4-4C81-92D1-1D79C7633D4F}" destId="{74A06EE2-8B29-4BF1-84F6-1E498CC6C48C}" srcOrd="0" destOrd="0" presId="urn:microsoft.com/office/officeart/2016/7/layout/RepeatingBendingProcessNew"/>
    <dgm:cxn modelId="{48CC54C5-DDC9-42AC-82BC-E18AECCE1D42}" type="presParOf" srcId="{5DBE8E46-E8D7-4DB6-891F-13669A03B241}" destId="{57BECD04-B419-4370-BA46-C2A915C0EB05}" srcOrd="10" destOrd="0" presId="urn:microsoft.com/office/officeart/2016/7/layout/RepeatingBendingProcessNew"/>
    <dgm:cxn modelId="{D7B7AE09-2E58-4E11-A46D-F9C10838AE3D}" type="presParOf" srcId="{5DBE8E46-E8D7-4DB6-891F-13669A03B241}" destId="{E4386E7F-E2BC-44F4-9A09-B492A42A586A}" srcOrd="11" destOrd="0" presId="urn:microsoft.com/office/officeart/2016/7/layout/RepeatingBendingProcessNew"/>
    <dgm:cxn modelId="{CA102A65-FD84-4059-8757-4021469C97C5}" type="presParOf" srcId="{E4386E7F-E2BC-44F4-9A09-B492A42A586A}" destId="{7AFDD92C-2534-495F-8B84-2760688B6423}" srcOrd="0" destOrd="0" presId="urn:microsoft.com/office/officeart/2016/7/layout/RepeatingBendingProcessNew"/>
    <dgm:cxn modelId="{001C4767-074C-41C8-AE87-688BA75F6266}" type="presParOf" srcId="{5DBE8E46-E8D7-4DB6-891F-13669A03B241}" destId="{5B86D0E7-597D-44C8-975A-70FC02D668BA}" srcOrd="12" destOrd="0" presId="urn:microsoft.com/office/officeart/2016/7/layout/RepeatingBendingProcessNew"/>
    <dgm:cxn modelId="{D488EE88-7614-4755-821B-96CEE8A19175}" type="presParOf" srcId="{5DBE8E46-E8D7-4DB6-891F-13669A03B241}" destId="{5C9836AF-5CB6-41D7-B1FC-30B7284629E2}" srcOrd="13" destOrd="0" presId="urn:microsoft.com/office/officeart/2016/7/layout/RepeatingBendingProcessNew"/>
    <dgm:cxn modelId="{59D52659-76F7-4F5C-91E4-CE32B0A8C3AE}" type="presParOf" srcId="{5C9836AF-5CB6-41D7-B1FC-30B7284629E2}" destId="{A124E210-3165-4A07-AD8D-820A2021B997}" srcOrd="0" destOrd="0" presId="urn:microsoft.com/office/officeart/2016/7/layout/RepeatingBendingProcessNew"/>
    <dgm:cxn modelId="{18BDCC29-1295-407C-9E81-C9CFD2A19F05}" type="presParOf" srcId="{5DBE8E46-E8D7-4DB6-891F-13669A03B241}" destId="{02F41C09-56A3-4710-8F8D-08CEC688A576}" srcOrd="14" destOrd="0" presId="urn:microsoft.com/office/officeart/2016/7/layout/RepeatingBendingProcessNew"/>
    <dgm:cxn modelId="{0EA7CC07-1AC1-425C-8293-2A4E47FC91AD}" type="presParOf" srcId="{5DBE8E46-E8D7-4DB6-891F-13669A03B241}" destId="{B599FCD2-896B-4989-8147-A386B7C34862}" srcOrd="15" destOrd="0" presId="urn:microsoft.com/office/officeart/2016/7/layout/RepeatingBendingProcessNew"/>
    <dgm:cxn modelId="{02B5A270-D240-493E-919A-4465DBE2DC29}" type="presParOf" srcId="{B599FCD2-896B-4989-8147-A386B7C34862}" destId="{688FC5AC-DBDE-4227-B845-E44016D9A65B}" srcOrd="0" destOrd="0" presId="urn:microsoft.com/office/officeart/2016/7/layout/RepeatingBendingProcessNew"/>
    <dgm:cxn modelId="{5DCC1BA4-0AF3-42CE-A5FD-6DF9AA8BAF88}" type="presParOf" srcId="{5DBE8E46-E8D7-4DB6-891F-13669A03B241}" destId="{95AC1AAD-896B-4FE8-9BC5-0250D58DBA00}" srcOrd="16" destOrd="0" presId="urn:microsoft.com/office/officeart/2016/7/layout/RepeatingBendingProcessNew"/>
    <dgm:cxn modelId="{0713FFE4-4D8B-459F-9902-7AF3391186FE}" type="presParOf" srcId="{5DBE8E46-E8D7-4DB6-891F-13669A03B241}" destId="{C7189461-C224-45E6-ADBC-C37157F144EB}" srcOrd="17" destOrd="0" presId="urn:microsoft.com/office/officeart/2016/7/layout/RepeatingBendingProcessNew"/>
    <dgm:cxn modelId="{D2FCB9EE-EE61-445E-92D5-C68F9C6104F3}" type="presParOf" srcId="{C7189461-C224-45E6-ADBC-C37157F144EB}" destId="{DCA82A14-C3E2-4B9A-883C-D922C7E742E0}" srcOrd="0" destOrd="0" presId="urn:microsoft.com/office/officeart/2016/7/layout/RepeatingBendingProcessNew"/>
    <dgm:cxn modelId="{E8FADD31-91BA-4589-A2A3-35C30BD01809}" type="presParOf" srcId="{5DBE8E46-E8D7-4DB6-891F-13669A03B241}" destId="{B8FA7C7E-71A8-4CE5-9369-98A2BD56F055}" srcOrd="18" destOrd="0" presId="urn:microsoft.com/office/officeart/2016/7/layout/RepeatingBendingProcessNew"/>
    <dgm:cxn modelId="{8DFB06DB-9741-47DA-B702-6D7349DAD5EE}" type="presParOf" srcId="{5DBE8E46-E8D7-4DB6-891F-13669A03B241}" destId="{573F3820-6A84-44C1-95AC-37F95492D24E}" srcOrd="19" destOrd="0" presId="urn:microsoft.com/office/officeart/2016/7/layout/RepeatingBendingProcessNew"/>
    <dgm:cxn modelId="{2D8B1600-2449-4642-A2EC-EFD25DD1AC95}" type="presParOf" srcId="{573F3820-6A84-44C1-95AC-37F95492D24E}" destId="{10E94DB6-7B1B-4468-8BE0-F0EF51D896FF}" srcOrd="0" destOrd="0" presId="urn:microsoft.com/office/officeart/2016/7/layout/RepeatingBendingProcessNew"/>
    <dgm:cxn modelId="{5EDA80CC-6303-4149-BE05-3B06DBE60368}" type="presParOf" srcId="{5DBE8E46-E8D7-4DB6-891F-13669A03B241}" destId="{850A97D2-EBBC-4532-BA0A-21398C81DA5A}" srcOrd="20" destOrd="0" presId="urn:microsoft.com/office/officeart/2016/7/layout/RepeatingBendingProcessNew"/>
    <dgm:cxn modelId="{2B56BD32-AD69-45CB-BD94-66FB9A0B1922}" type="presParOf" srcId="{5DBE8E46-E8D7-4DB6-891F-13669A03B241}" destId="{B6202DC9-F2D8-4174-94E1-68649B69837C}" srcOrd="21" destOrd="0" presId="urn:microsoft.com/office/officeart/2016/7/layout/RepeatingBendingProcessNew"/>
    <dgm:cxn modelId="{079767F9-122C-4CE8-BFF9-05692A5F4D29}" type="presParOf" srcId="{B6202DC9-F2D8-4174-94E1-68649B69837C}" destId="{DFE80B87-81CB-40B0-9342-617C3E3CD201}" srcOrd="0" destOrd="0" presId="urn:microsoft.com/office/officeart/2016/7/layout/RepeatingBendingProcessNew"/>
    <dgm:cxn modelId="{8BCC7674-22D9-4DC8-8C26-B6BEB5930FB9}" type="presParOf" srcId="{5DBE8E46-E8D7-4DB6-891F-13669A03B241}" destId="{B9AF6B4A-83FA-4D90-BA83-2289EA435733}" srcOrd="2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A8A1CE-5EFB-4474-805C-55D3C4833B10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329DDA5-F515-4E15-9607-ED0AF3C9C34B}">
      <dgm:prSet/>
      <dgm:spPr/>
      <dgm:t>
        <a:bodyPr/>
        <a:lstStyle/>
        <a:p>
          <a:r>
            <a:rPr lang="es-ES"/>
            <a:t>Hugging Face es la comunidad de IA que está construyendo el futuro...</a:t>
          </a:r>
          <a:endParaRPr lang="en-US"/>
        </a:p>
      </dgm:t>
    </dgm:pt>
    <dgm:pt modelId="{8E21BDFE-23E1-4B30-B5AB-0AB729F2F841}" type="parTrans" cxnId="{A9A7C4F6-5097-42A1-905D-3EC878BA3701}">
      <dgm:prSet/>
      <dgm:spPr/>
      <dgm:t>
        <a:bodyPr/>
        <a:lstStyle/>
        <a:p>
          <a:endParaRPr lang="en-US"/>
        </a:p>
      </dgm:t>
    </dgm:pt>
    <dgm:pt modelId="{82320CB6-5BE6-4B82-866E-7F5FEA001959}" type="sibTrans" cxnId="{A9A7C4F6-5097-42A1-905D-3EC878BA3701}">
      <dgm:prSet/>
      <dgm:spPr/>
      <dgm:t>
        <a:bodyPr/>
        <a:lstStyle/>
        <a:p>
          <a:endParaRPr lang="en-US"/>
        </a:p>
      </dgm:t>
    </dgm:pt>
    <dgm:pt modelId="{D9113149-FB2C-4249-9197-2CAE19C1763C}">
      <dgm:prSet/>
      <dgm:spPr/>
      <dgm:t>
        <a:bodyPr/>
        <a:lstStyle/>
        <a:p>
          <a:r>
            <a:rPr lang="es-ES"/>
            <a:t>Aquí el modelo generó un </a:t>
          </a:r>
          <a:r>
            <a:rPr lang="es-ES" b="1"/>
            <a:t>resumen general</a:t>
          </a:r>
          <a:r>
            <a:rPr lang="es-ES"/>
            <a:t> de la empresa usando el texto principal del sitio.</a:t>
          </a:r>
          <a:br>
            <a:rPr lang="es-ES"/>
          </a:br>
          <a:r>
            <a:rPr lang="es-ES"/>
            <a:t>Es la introducción del folleto.</a:t>
          </a:r>
          <a:endParaRPr lang="en-US"/>
        </a:p>
      </dgm:t>
    </dgm:pt>
    <dgm:pt modelId="{9442AEDE-B1D9-4FF9-94B4-4466048E0A8D}" type="parTrans" cxnId="{7310B2A1-D1B1-419D-A0B6-DEA7C7C14B13}">
      <dgm:prSet/>
      <dgm:spPr/>
      <dgm:t>
        <a:bodyPr/>
        <a:lstStyle/>
        <a:p>
          <a:endParaRPr lang="en-US"/>
        </a:p>
      </dgm:t>
    </dgm:pt>
    <dgm:pt modelId="{CBDBC06E-AB27-4FF7-8F7A-DD2FB1165636}" type="sibTrans" cxnId="{7310B2A1-D1B1-419D-A0B6-DEA7C7C14B13}">
      <dgm:prSet/>
      <dgm:spPr/>
      <dgm:t>
        <a:bodyPr/>
        <a:lstStyle/>
        <a:p>
          <a:endParaRPr lang="en-US"/>
        </a:p>
      </dgm:t>
    </dgm:pt>
    <dgm:pt modelId="{F6CF64E0-49D0-43FE-8C37-837BB54A5080}">
      <dgm:prSet/>
      <dgm:spPr/>
      <dgm:t>
        <a:bodyPr/>
        <a:lstStyle/>
        <a:p>
          <a:r>
            <a:rPr lang="es-ES" i="1"/>
            <a:t>Captura sugerida 1:</a:t>
          </a:r>
          <a:br>
            <a:rPr lang="es-ES"/>
          </a:br>
          <a:r>
            <a:rPr lang="es-ES"/>
            <a:t>Pantalla con el bloque “## Resumen” y las primeras 2–3 líneas visibles.</a:t>
          </a:r>
          <a:endParaRPr lang="en-US"/>
        </a:p>
      </dgm:t>
    </dgm:pt>
    <dgm:pt modelId="{989A1546-9FD8-47D2-8FE4-A9C0F64C1A60}" type="parTrans" cxnId="{A168B022-CCE2-48EF-B80F-15372EF3F626}">
      <dgm:prSet/>
      <dgm:spPr/>
      <dgm:t>
        <a:bodyPr/>
        <a:lstStyle/>
        <a:p>
          <a:endParaRPr lang="en-US"/>
        </a:p>
      </dgm:t>
    </dgm:pt>
    <dgm:pt modelId="{0544D6B3-2C21-4E80-8E71-EE8439D7D9DB}" type="sibTrans" cxnId="{A168B022-CCE2-48EF-B80F-15372EF3F626}">
      <dgm:prSet/>
      <dgm:spPr/>
      <dgm:t>
        <a:bodyPr/>
        <a:lstStyle/>
        <a:p>
          <a:endParaRPr lang="en-US"/>
        </a:p>
      </dgm:t>
    </dgm:pt>
    <dgm:pt modelId="{66AF89EC-CBA6-45ED-AB99-269C2252E44A}" type="pres">
      <dgm:prSet presAssocID="{C5A8A1CE-5EFB-4474-805C-55D3C4833B10}" presName="vert0" presStyleCnt="0">
        <dgm:presLayoutVars>
          <dgm:dir/>
          <dgm:animOne val="branch"/>
          <dgm:animLvl val="lvl"/>
        </dgm:presLayoutVars>
      </dgm:prSet>
      <dgm:spPr/>
    </dgm:pt>
    <dgm:pt modelId="{76F66CEA-ED40-4D52-A200-7DAE21943455}" type="pres">
      <dgm:prSet presAssocID="{1329DDA5-F515-4E15-9607-ED0AF3C9C34B}" presName="thickLine" presStyleLbl="alignNode1" presStyleIdx="0" presStyleCnt="3"/>
      <dgm:spPr/>
    </dgm:pt>
    <dgm:pt modelId="{6F70342F-A116-41CD-AB5F-8CD527A9EC41}" type="pres">
      <dgm:prSet presAssocID="{1329DDA5-F515-4E15-9607-ED0AF3C9C34B}" presName="horz1" presStyleCnt="0"/>
      <dgm:spPr/>
    </dgm:pt>
    <dgm:pt modelId="{3CA550E5-839E-4100-A5DF-3B95FC955B3B}" type="pres">
      <dgm:prSet presAssocID="{1329DDA5-F515-4E15-9607-ED0AF3C9C34B}" presName="tx1" presStyleLbl="revTx" presStyleIdx="0" presStyleCnt="3"/>
      <dgm:spPr/>
    </dgm:pt>
    <dgm:pt modelId="{8729B5E8-5EB4-4286-936B-D5AEBAB48D4B}" type="pres">
      <dgm:prSet presAssocID="{1329DDA5-F515-4E15-9607-ED0AF3C9C34B}" presName="vert1" presStyleCnt="0"/>
      <dgm:spPr/>
    </dgm:pt>
    <dgm:pt modelId="{D3BEE3DD-ED62-4FEE-8B00-A19A2593AC79}" type="pres">
      <dgm:prSet presAssocID="{D9113149-FB2C-4249-9197-2CAE19C1763C}" presName="thickLine" presStyleLbl="alignNode1" presStyleIdx="1" presStyleCnt="3"/>
      <dgm:spPr/>
    </dgm:pt>
    <dgm:pt modelId="{084234CF-8F01-4C2A-A7EE-79C4CDF1EAF1}" type="pres">
      <dgm:prSet presAssocID="{D9113149-FB2C-4249-9197-2CAE19C1763C}" presName="horz1" presStyleCnt="0"/>
      <dgm:spPr/>
    </dgm:pt>
    <dgm:pt modelId="{8368F662-8586-4333-8A36-1DCB3D947C9B}" type="pres">
      <dgm:prSet presAssocID="{D9113149-FB2C-4249-9197-2CAE19C1763C}" presName="tx1" presStyleLbl="revTx" presStyleIdx="1" presStyleCnt="3"/>
      <dgm:spPr/>
    </dgm:pt>
    <dgm:pt modelId="{21F88ED6-62D5-4174-AC84-D8BD2D18D61B}" type="pres">
      <dgm:prSet presAssocID="{D9113149-FB2C-4249-9197-2CAE19C1763C}" presName="vert1" presStyleCnt="0"/>
      <dgm:spPr/>
    </dgm:pt>
    <dgm:pt modelId="{7B778826-B201-423C-AC4A-1D60D97B00CB}" type="pres">
      <dgm:prSet presAssocID="{F6CF64E0-49D0-43FE-8C37-837BB54A5080}" presName="thickLine" presStyleLbl="alignNode1" presStyleIdx="2" presStyleCnt="3"/>
      <dgm:spPr/>
    </dgm:pt>
    <dgm:pt modelId="{A26AE7EA-8677-4AC7-8D4C-09784B0357C6}" type="pres">
      <dgm:prSet presAssocID="{F6CF64E0-49D0-43FE-8C37-837BB54A5080}" presName="horz1" presStyleCnt="0"/>
      <dgm:spPr/>
    </dgm:pt>
    <dgm:pt modelId="{6B0AB57B-E392-4FB3-9F78-F05891D01EB2}" type="pres">
      <dgm:prSet presAssocID="{F6CF64E0-49D0-43FE-8C37-837BB54A5080}" presName="tx1" presStyleLbl="revTx" presStyleIdx="2" presStyleCnt="3"/>
      <dgm:spPr/>
    </dgm:pt>
    <dgm:pt modelId="{E74E78B8-C296-4829-8641-4CAB9D60FF21}" type="pres">
      <dgm:prSet presAssocID="{F6CF64E0-49D0-43FE-8C37-837BB54A5080}" presName="vert1" presStyleCnt="0"/>
      <dgm:spPr/>
    </dgm:pt>
  </dgm:ptLst>
  <dgm:cxnLst>
    <dgm:cxn modelId="{02A4B501-5848-4DD1-913C-DF6FF12C2AC0}" type="presOf" srcId="{C5A8A1CE-5EFB-4474-805C-55D3C4833B10}" destId="{66AF89EC-CBA6-45ED-AB99-269C2252E44A}" srcOrd="0" destOrd="0" presId="urn:microsoft.com/office/officeart/2008/layout/LinedList"/>
    <dgm:cxn modelId="{A168B022-CCE2-48EF-B80F-15372EF3F626}" srcId="{C5A8A1CE-5EFB-4474-805C-55D3C4833B10}" destId="{F6CF64E0-49D0-43FE-8C37-837BB54A5080}" srcOrd="2" destOrd="0" parTransId="{989A1546-9FD8-47D2-8FE4-A9C0F64C1A60}" sibTransId="{0544D6B3-2C21-4E80-8E71-EE8439D7D9DB}"/>
    <dgm:cxn modelId="{A22D9470-A180-47EC-8162-4BB75532EE17}" type="presOf" srcId="{1329DDA5-F515-4E15-9607-ED0AF3C9C34B}" destId="{3CA550E5-839E-4100-A5DF-3B95FC955B3B}" srcOrd="0" destOrd="0" presId="urn:microsoft.com/office/officeart/2008/layout/LinedList"/>
    <dgm:cxn modelId="{F553E770-B381-479E-B72D-BEE9D50D7B31}" type="presOf" srcId="{F6CF64E0-49D0-43FE-8C37-837BB54A5080}" destId="{6B0AB57B-E392-4FB3-9F78-F05891D01EB2}" srcOrd="0" destOrd="0" presId="urn:microsoft.com/office/officeart/2008/layout/LinedList"/>
    <dgm:cxn modelId="{7310B2A1-D1B1-419D-A0B6-DEA7C7C14B13}" srcId="{C5A8A1CE-5EFB-4474-805C-55D3C4833B10}" destId="{D9113149-FB2C-4249-9197-2CAE19C1763C}" srcOrd="1" destOrd="0" parTransId="{9442AEDE-B1D9-4FF9-94B4-4466048E0A8D}" sibTransId="{CBDBC06E-AB27-4FF7-8F7A-DD2FB1165636}"/>
    <dgm:cxn modelId="{20156CF1-A7BF-455B-B6EE-412D060AF14B}" type="presOf" srcId="{D9113149-FB2C-4249-9197-2CAE19C1763C}" destId="{8368F662-8586-4333-8A36-1DCB3D947C9B}" srcOrd="0" destOrd="0" presId="urn:microsoft.com/office/officeart/2008/layout/LinedList"/>
    <dgm:cxn modelId="{A9A7C4F6-5097-42A1-905D-3EC878BA3701}" srcId="{C5A8A1CE-5EFB-4474-805C-55D3C4833B10}" destId="{1329DDA5-F515-4E15-9607-ED0AF3C9C34B}" srcOrd="0" destOrd="0" parTransId="{8E21BDFE-23E1-4B30-B5AB-0AB729F2F841}" sibTransId="{82320CB6-5BE6-4B82-866E-7F5FEA001959}"/>
    <dgm:cxn modelId="{193D76A5-D7F9-448D-809B-9FE29805FC49}" type="presParOf" srcId="{66AF89EC-CBA6-45ED-AB99-269C2252E44A}" destId="{76F66CEA-ED40-4D52-A200-7DAE21943455}" srcOrd="0" destOrd="0" presId="urn:microsoft.com/office/officeart/2008/layout/LinedList"/>
    <dgm:cxn modelId="{BC3DEBD5-424D-46B0-9DF2-195890EFC06E}" type="presParOf" srcId="{66AF89EC-CBA6-45ED-AB99-269C2252E44A}" destId="{6F70342F-A116-41CD-AB5F-8CD527A9EC41}" srcOrd="1" destOrd="0" presId="urn:microsoft.com/office/officeart/2008/layout/LinedList"/>
    <dgm:cxn modelId="{8728C466-B515-4C7F-9334-DE947FFC5371}" type="presParOf" srcId="{6F70342F-A116-41CD-AB5F-8CD527A9EC41}" destId="{3CA550E5-839E-4100-A5DF-3B95FC955B3B}" srcOrd="0" destOrd="0" presId="urn:microsoft.com/office/officeart/2008/layout/LinedList"/>
    <dgm:cxn modelId="{28E3BEA7-A57B-477B-A02C-FA4FEA5EFD15}" type="presParOf" srcId="{6F70342F-A116-41CD-AB5F-8CD527A9EC41}" destId="{8729B5E8-5EB4-4286-936B-D5AEBAB48D4B}" srcOrd="1" destOrd="0" presId="urn:microsoft.com/office/officeart/2008/layout/LinedList"/>
    <dgm:cxn modelId="{9E65482B-CD29-42C1-87EC-73683FB9C7ED}" type="presParOf" srcId="{66AF89EC-CBA6-45ED-AB99-269C2252E44A}" destId="{D3BEE3DD-ED62-4FEE-8B00-A19A2593AC79}" srcOrd="2" destOrd="0" presId="urn:microsoft.com/office/officeart/2008/layout/LinedList"/>
    <dgm:cxn modelId="{55B8E8AF-A8C6-42B5-BE26-7262853087DA}" type="presParOf" srcId="{66AF89EC-CBA6-45ED-AB99-269C2252E44A}" destId="{084234CF-8F01-4C2A-A7EE-79C4CDF1EAF1}" srcOrd="3" destOrd="0" presId="urn:microsoft.com/office/officeart/2008/layout/LinedList"/>
    <dgm:cxn modelId="{4F747689-37E3-468B-8671-B32C2F7984A5}" type="presParOf" srcId="{084234CF-8F01-4C2A-A7EE-79C4CDF1EAF1}" destId="{8368F662-8586-4333-8A36-1DCB3D947C9B}" srcOrd="0" destOrd="0" presId="urn:microsoft.com/office/officeart/2008/layout/LinedList"/>
    <dgm:cxn modelId="{3792A40C-7411-46FB-8BE7-E5AE18696A34}" type="presParOf" srcId="{084234CF-8F01-4C2A-A7EE-79C4CDF1EAF1}" destId="{21F88ED6-62D5-4174-AC84-D8BD2D18D61B}" srcOrd="1" destOrd="0" presId="urn:microsoft.com/office/officeart/2008/layout/LinedList"/>
    <dgm:cxn modelId="{68F98A91-6E76-4F0C-9FBB-D69F6AC0EF3B}" type="presParOf" srcId="{66AF89EC-CBA6-45ED-AB99-269C2252E44A}" destId="{7B778826-B201-423C-AC4A-1D60D97B00CB}" srcOrd="4" destOrd="0" presId="urn:microsoft.com/office/officeart/2008/layout/LinedList"/>
    <dgm:cxn modelId="{E6998EF7-554F-48E1-B774-F47DB553F0BD}" type="presParOf" srcId="{66AF89EC-CBA6-45ED-AB99-269C2252E44A}" destId="{A26AE7EA-8677-4AC7-8D4C-09784B0357C6}" srcOrd="5" destOrd="0" presId="urn:microsoft.com/office/officeart/2008/layout/LinedList"/>
    <dgm:cxn modelId="{4026333F-1765-473D-A179-A0CF5797EEEE}" type="presParOf" srcId="{A26AE7EA-8677-4AC7-8D4C-09784B0357C6}" destId="{6B0AB57B-E392-4FB3-9F78-F05891D01EB2}" srcOrd="0" destOrd="0" presId="urn:microsoft.com/office/officeart/2008/layout/LinedList"/>
    <dgm:cxn modelId="{A352C20C-EDA2-43C4-8DF8-57D02377C3DA}" type="presParOf" srcId="{A26AE7EA-8677-4AC7-8D4C-09784B0357C6}" destId="{E74E78B8-C296-4829-8641-4CAB9D60FF2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E61EDD-133B-444D-AB89-4E95AACD8B27}">
      <dsp:nvSpPr>
        <dsp:cNvPr id="0" name=""/>
        <dsp:cNvSpPr/>
      </dsp:nvSpPr>
      <dsp:spPr>
        <a:xfrm>
          <a:off x="2044886" y="486748"/>
          <a:ext cx="3748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480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22155" y="530439"/>
        <a:ext cx="20270" cy="4058"/>
      </dsp:txXfrm>
    </dsp:sp>
    <dsp:sp modelId="{48B1CD55-06EA-4FD4-B0B5-4A710BEB34B1}">
      <dsp:nvSpPr>
        <dsp:cNvPr id="0" name=""/>
        <dsp:cNvSpPr/>
      </dsp:nvSpPr>
      <dsp:spPr>
        <a:xfrm>
          <a:off x="284042" y="3675"/>
          <a:ext cx="1762643" cy="105758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371" tIns="90662" rIns="86371" bIns="9066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1" kern="1200"/>
            <a:t>Qué hace</a:t>
          </a:r>
          <a:endParaRPr lang="en-US" sz="1200" kern="1200"/>
        </a:p>
      </dsp:txBody>
      <dsp:txXfrm>
        <a:off x="284042" y="3675"/>
        <a:ext cx="1762643" cy="1057586"/>
      </dsp:txXfrm>
    </dsp:sp>
    <dsp:sp modelId="{B1107045-7528-49D1-924C-C69A90E7C835}">
      <dsp:nvSpPr>
        <dsp:cNvPr id="0" name=""/>
        <dsp:cNvSpPr/>
      </dsp:nvSpPr>
      <dsp:spPr>
        <a:xfrm>
          <a:off x="4212938" y="486748"/>
          <a:ext cx="3748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480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90207" y="530439"/>
        <a:ext cx="20270" cy="4058"/>
      </dsp:txXfrm>
    </dsp:sp>
    <dsp:sp modelId="{482EA159-CF36-4D5E-B336-D93CDD1422FA}">
      <dsp:nvSpPr>
        <dsp:cNvPr id="0" name=""/>
        <dsp:cNvSpPr/>
      </dsp:nvSpPr>
      <dsp:spPr>
        <a:xfrm>
          <a:off x="2452094" y="3675"/>
          <a:ext cx="1762643" cy="105758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371" tIns="90662" rIns="86371" bIns="9066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/>
            <a:t>Carga la API key desde .env.</a:t>
          </a:r>
          <a:endParaRPr lang="en-US" sz="1200" kern="1200"/>
        </a:p>
      </dsp:txBody>
      <dsp:txXfrm>
        <a:off x="2452094" y="3675"/>
        <a:ext cx="1762643" cy="1057586"/>
      </dsp:txXfrm>
    </dsp:sp>
    <dsp:sp modelId="{54622466-0032-4D4D-88FF-35B559E7C33E}">
      <dsp:nvSpPr>
        <dsp:cNvPr id="0" name=""/>
        <dsp:cNvSpPr/>
      </dsp:nvSpPr>
      <dsp:spPr>
        <a:xfrm>
          <a:off x="1165364" y="1059461"/>
          <a:ext cx="4336104" cy="374808"/>
        </a:xfrm>
        <a:custGeom>
          <a:avLst/>
          <a:gdLst/>
          <a:ahLst/>
          <a:cxnLst/>
          <a:rect l="0" t="0" r="0" b="0"/>
          <a:pathLst>
            <a:path>
              <a:moveTo>
                <a:pt x="4336104" y="0"/>
              </a:moveTo>
              <a:lnTo>
                <a:pt x="4336104" y="204504"/>
              </a:lnTo>
              <a:lnTo>
                <a:pt x="0" y="204504"/>
              </a:lnTo>
              <a:lnTo>
                <a:pt x="0" y="37480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24541" y="1244836"/>
        <a:ext cx="217750" cy="4058"/>
      </dsp:txXfrm>
    </dsp:sp>
    <dsp:sp modelId="{CB8D8EB0-E643-46A1-800E-66A743947F30}">
      <dsp:nvSpPr>
        <dsp:cNvPr id="0" name=""/>
        <dsp:cNvSpPr/>
      </dsp:nvSpPr>
      <dsp:spPr>
        <a:xfrm>
          <a:off x="4620146" y="3675"/>
          <a:ext cx="1762643" cy="105758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371" tIns="90662" rIns="86371" bIns="9066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/>
            <a:t>Importa librerías y crea el cliente de OpenAI.</a:t>
          </a:r>
          <a:endParaRPr lang="en-US" sz="1200" kern="1200"/>
        </a:p>
      </dsp:txBody>
      <dsp:txXfrm>
        <a:off x="4620146" y="3675"/>
        <a:ext cx="1762643" cy="1057586"/>
      </dsp:txXfrm>
    </dsp:sp>
    <dsp:sp modelId="{666FBA09-51AE-4366-BB8A-35B0353F0CC5}">
      <dsp:nvSpPr>
        <dsp:cNvPr id="0" name=""/>
        <dsp:cNvSpPr/>
      </dsp:nvSpPr>
      <dsp:spPr>
        <a:xfrm>
          <a:off x="2044886" y="1949742"/>
          <a:ext cx="3748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480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22155" y="1993433"/>
        <a:ext cx="20270" cy="4058"/>
      </dsp:txXfrm>
    </dsp:sp>
    <dsp:sp modelId="{48735BDF-CC1B-486E-B6D6-6B170239FB67}">
      <dsp:nvSpPr>
        <dsp:cNvPr id="0" name=""/>
        <dsp:cNvSpPr/>
      </dsp:nvSpPr>
      <dsp:spPr>
        <a:xfrm>
          <a:off x="284042" y="1466669"/>
          <a:ext cx="1762643" cy="105758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371" tIns="90662" rIns="86371" bIns="9066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/>
            <a:t>Define un User-Agent para el scraping.</a:t>
          </a:r>
          <a:endParaRPr lang="en-US" sz="1200" kern="1200"/>
        </a:p>
      </dsp:txBody>
      <dsp:txXfrm>
        <a:off x="284042" y="1466669"/>
        <a:ext cx="1762643" cy="1057586"/>
      </dsp:txXfrm>
    </dsp:sp>
    <dsp:sp modelId="{E435836B-20F4-4C81-92D1-1D79C7633D4F}">
      <dsp:nvSpPr>
        <dsp:cNvPr id="0" name=""/>
        <dsp:cNvSpPr/>
      </dsp:nvSpPr>
      <dsp:spPr>
        <a:xfrm>
          <a:off x="4212938" y="1949742"/>
          <a:ext cx="3748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480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90207" y="1993433"/>
        <a:ext cx="20270" cy="4058"/>
      </dsp:txXfrm>
    </dsp:sp>
    <dsp:sp modelId="{4CF33754-E8F1-43E0-B2AC-29D311BC60A0}">
      <dsp:nvSpPr>
        <dsp:cNvPr id="0" name=""/>
        <dsp:cNvSpPr/>
      </dsp:nvSpPr>
      <dsp:spPr>
        <a:xfrm>
          <a:off x="2452094" y="1466669"/>
          <a:ext cx="1762643" cy="105758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371" tIns="90662" rIns="86371" bIns="9066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1" kern="1200" dirty="0"/>
            <a:t>Qué hacer</a:t>
          </a:r>
          <a:endParaRPr lang="en-US" sz="1200" kern="1200" dirty="0"/>
        </a:p>
      </dsp:txBody>
      <dsp:txXfrm>
        <a:off x="2452094" y="1466669"/>
        <a:ext cx="1762643" cy="1057586"/>
      </dsp:txXfrm>
    </dsp:sp>
    <dsp:sp modelId="{E4386E7F-E2BC-44F4-9A09-B492A42A586A}">
      <dsp:nvSpPr>
        <dsp:cNvPr id="0" name=""/>
        <dsp:cNvSpPr/>
      </dsp:nvSpPr>
      <dsp:spPr>
        <a:xfrm>
          <a:off x="1165364" y="2522455"/>
          <a:ext cx="4336104" cy="374808"/>
        </a:xfrm>
        <a:custGeom>
          <a:avLst/>
          <a:gdLst/>
          <a:ahLst/>
          <a:cxnLst/>
          <a:rect l="0" t="0" r="0" b="0"/>
          <a:pathLst>
            <a:path>
              <a:moveTo>
                <a:pt x="4336104" y="0"/>
              </a:moveTo>
              <a:lnTo>
                <a:pt x="4336104" y="204504"/>
              </a:lnTo>
              <a:lnTo>
                <a:pt x="0" y="204504"/>
              </a:lnTo>
              <a:lnTo>
                <a:pt x="0" y="37480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24541" y="2707830"/>
        <a:ext cx="217750" cy="4058"/>
      </dsp:txXfrm>
    </dsp:sp>
    <dsp:sp modelId="{57BECD04-B419-4370-BA46-C2A915C0EB05}">
      <dsp:nvSpPr>
        <dsp:cNvPr id="0" name=""/>
        <dsp:cNvSpPr/>
      </dsp:nvSpPr>
      <dsp:spPr>
        <a:xfrm>
          <a:off x="4620146" y="1466669"/>
          <a:ext cx="1762643" cy="105758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371" tIns="90662" rIns="86371" bIns="9066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Crear un archivo .</a:t>
          </a:r>
          <a:r>
            <a:rPr lang="es-ES" sz="1200" kern="1200" dirty="0" err="1"/>
            <a:t>env</a:t>
          </a:r>
          <a:r>
            <a:rPr lang="es-ES" sz="1200" kern="1200" dirty="0"/>
            <a:t> en la carpeta del proyecto con:</a:t>
          </a:r>
          <a:endParaRPr lang="en-US" sz="1200" kern="1200" dirty="0"/>
        </a:p>
      </dsp:txBody>
      <dsp:txXfrm>
        <a:off x="4620146" y="1466669"/>
        <a:ext cx="1762643" cy="1057586"/>
      </dsp:txXfrm>
    </dsp:sp>
    <dsp:sp modelId="{5C9836AF-5CB6-41D7-B1FC-30B7284629E2}">
      <dsp:nvSpPr>
        <dsp:cNvPr id="0" name=""/>
        <dsp:cNvSpPr/>
      </dsp:nvSpPr>
      <dsp:spPr>
        <a:xfrm>
          <a:off x="2044886" y="3412737"/>
          <a:ext cx="3748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480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22155" y="3456428"/>
        <a:ext cx="20270" cy="4058"/>
      </dsp:txXfrm>
    </dsp:sp>
    <dsp:sp modelId="{5B86D0E7-597D-44C8-975A-70FC02D668BA}">
      <dsp:nvSpPr>
        <dsp:cNvPr id="0" name=""/>
        <dsp:cNvSpPr/>
      </dsp:nvSpPr>
      <dsp:spPr>
        <a:xfrm>
          <a:off x="284042" y="2929664"/>
          <a:ext cx="1762643" cy="105758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371" tIns="90662" rIns="86371" bIns="9066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/>
            <a:t>OPENAI_API_KEY=sk-...o sk-proj-...</a:t>
          </a:r>
          <a:endParaRPr lang="en-US" sz="1200" kern="1200"/>
        </a:p>
      </dsp:txBody>
      <dsp:txXfrm>
        <a:off x="284042" y="2929664"/>
        <a:ext cx="1762643" cy="1057586"/>
      </dsp:txXfrm>
    </dsp:sp>
    <dsp:sp modelId="{B599FCD2-896B-4989-8147-A386B7C34862}">
      <dsp:nvSpPr>
        <dsp:cNvPr id="0" name=""/>
        <dsp:cNvSpPr/>
      </dsp:nvSpPr>
      <dsp:spPr>
        <a:xfrm>
          <a:off x="4212938" y="3412737"/>
          <a:ext cx="3748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480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90207" y="3456428"/>
        <a:ext cx="20270" cy="4058"/>
      </dsp:txXfrm>
    </dsp:sp>
    <dsp:sp modelId="{02F41C09-56A3-4710-8F8D-08CEC688A576}">
      <dsp:nvSpPr>
        <dsp:cNvPr id="0" name=""/>
        <dsp:cNvSpPr/>
      </dsp:nvSpPr>
      <dsp:spPr>
        <a:xfrm>
          <a:off x="2452094" y="2929664"/>
          <a:ext cx="1762643" cy="105758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371" tIns="90662" rIns="86371" bIns="9066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/>
            <a:t>Instalar dependencias:</a:t>
          </a:r>
          <a:endParaRPr lang="en-US" sz="1200" kern="1200"/>
        </a:p>
      </dsp:txBody>
      <dsp:txXfrm>
        <a:off x="2452094" y="2929664"/>
        <a:ext cx="1762643" cy="1057586"/>
      </dsp:txXfrm>
    </dsp:sp>
    <dsp:sp modelId="{C7189461-C224-45E6-ADBC-C37157F144EB}">
      <dsp:nvSpPr>
        <dsp:cNvPr id="0" name=""/>
        <dsp:cNvSpPr/>
      </dsp:nvSpPr>
      <dsp:spPr>
        <a:xfrm>
          <a:off x="1165364" y="3985450"/>
          <a:ext cx="4336104" cy="374808"/>
        </a:xfrm>
        <a:custGeom>
          <a:avLst/>
          <a:gdLst/>
          <a:ahLst/>
          <a:cxnLst/>
          <a:rect l="0" t="0" r="0" b="0"/>
          <a:pathLst>
            <a:path>
              <a:moveTo>
                <a:pt x="4336104" y="0"/>
              </a:moveTo>
              <a:lnTo>
                <a:pt x="4336104" y="204504"/>
              </a:lnTo>
              <a:lnTo>
                <a:pt x="0" y="204504"/>
              </a:lnTo>
              <a:lnTo>
                <a:pt x="0" y="37480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24541" y="4170825"/>
        <a:ext cx="217750" cy="4058"/>
      </dsp:txXfrm>
    </dsp:sp>
    <dsp:sp modelId="{95AC1AAD-896B-4FE8-9BC5-0250D58DBA00}">
      <dsp:nvSpPr>
        <dsp:cNvPr id="0" name=""/>
        <dsp:cNvSpPr/>
      </dsp:nvSpPr>
      <dsp:spPr>
        <a:xfrm>
          <a:off x="4620146" y="2929664"/>
          <a:ext cx="1762643" cy="105758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371" tIns="90662" rIns="86371" bIns="9066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/>
            <a:t>pip install python-dotenv requests beautifulsoup4 openai&gt;=1.43.0</a:t>
          </a:r>
          <a:endParaRPr lang="en-US" sz="1200" kern="1200"/>
        </a:p>
      </dsp:txBody>
      <dsp:txXfrm>
        <a:off x="4620146" y="2929664"/>
        <a:ext cx="1762643" cy="1057586"/>
      </dsp:txXfrm>
    </dsp:sp>
    <dsp:sp modelId="{573F3820-6A84-44C1-95AC-37F95492D24E}">
      <dsp:nvSpPr>
        <dsp:cNvPr id="0" name=""/>
        <dsp:cNvSpPr/>
      </dsp:nvSpPr>
      <dsp:spPr>
        <a:xfrm>
          <a:off x="2044886" y="4875731"/>
          <a:ext cx="3748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480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22155" y="4919422"/>
        <a:ext cx="20270" cy="4058"/>
      </dsp:txXfrm>
    </dsp:sp>
    <dsp:sp modelId="{B8FA7C7E-71A8-4CE5-9369-98A2BD56F055}">
      <dsp:nvSpPr>
        <dsp:cNvPr id="0" name=""/>
        <dsp:cNvSpPr/>
      </dsp:nvSpPr>
      <dsp:spPr>
        <a:xfrm>
          <a:off x="284042" y="4392658"/>
          <a:ext cx="1762643" cy="105758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371" tIns="90662" rIns="86371" bIns="9066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/>
            <a:t>Guardar el script y ejecutarlo con python tu_archivo.py.</a:t>
          </a:r>
          <a:endParaRPr lang="en-US" sz="1200" kern="1200"/>
        </a:p>
      </dsp:txBody>
      <dsp:txXfrm>
        <a:off x="284042" y="4392658"/>
        <a:ext cx="1762643" cy="1057586"/>
      </dsp:txXfrm>
    </dsp:sp>
    <dsp:sp modelId="{B6202DC9-F2D8-4174-94E1-68649B69837C}">
      <dsp:nvSpPr>
        <dsp:cNvPr id="0" name=""/>
        <dsp:cNvSpPr/>
      </dsp:nvSpPr>
      <dsp:spPr>
        <a:xfrm>
          <a:off x="4212938" y="4875731"/>
          <a:ext cx="3748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480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90207" y="4919422"/>
        <a:ext cx="20270" cy="4058"/>
      </dsp:txXfrm>
    </dsp:sp>
    <dsp:sp modelId="{850A97D2-EBBC-4532-BA0A-21398C81DA5A}">
      <dsp:nvSpPr>
        <dsp:cNvPr id="0" name=""/>
        <dsp:cNvSpPr/>
      </dsp:nvSpPr>
      <dsp:spPr>
        <a:xfrm>
          <a:off x="2452094" y="4392658"/>
          <a:ext cx="1762643" cy="105758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371" tIns="90662" rIns="86371" bIns="9066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1" kern="1200"/>
            <a:t>Captura 1</a:t>
          </a:r>
          <a:endParaRPr lang="en-US" sz="1200" kern="1200"/>
        </a:p>
      </dsp:txBody>
      <dsp:txXfrm>
        <a:off x="2452094" y="4392658"/>
        <a:ext cx="1762643" cy="1057586"/>
      </dsp:txXfrm>
    </dsp:sp>
    <dsp:sp modelId="{B9AF6B4A-83FA-4D90-BA83-2289EA435733}">
      <dsp:nvSpPr>
        <dsp:cNvPr id="0" name=""/>
        <dsp:cNvSpPr/>
      </dsp:nvSpPr>
      <dsp:spPr>
        <a:xfrm>
          <a:off x="4620146" y="4392658"/>
          <a:ext cx="1762643" cy="105758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371" tIns="90662" rIns="86371" bIns="9066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/>
            <a:t>Terminal mostrando el mensaje “API key looks good so far” (si lo añadiste) o, en su defecto, el inicio de ejecución sin errores.</a:t>
          </a:r>
          <a:endParaRPr lang="en-US" sz="1200" kern="1200"/>
        </a:p>
      </dsp:txBody>
      <dsp:txXfrm>
        <a:off x="4620146" y="4392658"/>
        <a:ext cx="1762643" cy="10575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F66CEA-ED40-4D52-A200-7DAE21943455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A550E5-839E-4100-A5DF-3B95FC955B3B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Hugging Face es la comunidad de IA que está construyendo el futuro...</a:t>
          </a:r>
          <a:endParaRPr lang="en-US" sz="2800" kern="1200"/>
        </a:p>
      </dsp:txBody>
      <dsp:txXfrm>
        <a:off x="0" y="2663"/>
        <a:ext cx="6666833" cy="1816197"/>
      </dsp:txXfrm>
    </dsp:sp>
    <dsp:sp modelId="{D3BEE3DD-ED62-4FEE-8B00-A19A2593AC79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68F662-8586-4333-8A36-1DCB3D947C9B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Aquí el modelo generó un </a:t>
          </a:r>
          <a:r>
            <a:rPr lang="es-ES" sz="2800" b="1" kern="1200"/>
            <a:t>resumen general</a:t>
          </a:r>
          <a:r>
            <a:rPr lang="es-ES" sz="2800" kern="1200"/>
            <a:t> de la empresa usando el texto principal del sitio.</a:t>
          </a:r>
          <a:br>
            <a:rPr lang="es-ES" sz="2800" kern="1200"/>
          </a:br>
          <a:r>
            <a:rPr lang="es-ES" sz="2800" kern="1200"/>
            <a:t>Es la introducción del folleto.</a:t>
          </a:r>
          <a:endParaRPr lang="en-US" sz="2800" kern="1200"/>
        </a:p>
      </dsp:txBody>
      <dsp:txXfrm>
        <a:off x="0" y="1818861"/>
        <a:ext cx="6666833" cy="1816197"/>
      </dsp:txXfrm>
    </dsp:sp>
    <dsp:sp modelId="{7B778826-B201-423C-AC4A-1D60D97B00CB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0AB57B-E392-4FB3-9F78-F05891D01EB2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i="1" kern="1200"/>
            <a:t>Captura sugerida 1:</a:t>
          </a:r>
          <a:br>
            <a:rPr lang="es-ES" sz="2800" kern="1200"/>
          </a:br>
          <a:r>
            <a:rPr lang="es-ES" sz="2800" kern="1200"/>
            <a:t>Pantalla con el bloque “## Resumen” y las primeras 2–3 líneas visibles.</a:t>
          </a:r>
          <a:endParaRPr lang="en-US" sz="2800" kern="1200"/>
        </a:p>
      </dsp:txBody>
      <dsp:txXfrm>
        <a:off x="0" y="3635058"/>
        <a:ext cx="6666833" cy="1816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E1F17-E3FC-7C22-A021-262B4A6AF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BD03A9-C389-17F8-0980-2E72EE05A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833CCE-BC2D-F43C-E42D-342E1DFC9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2DE-1E71-4E03-ADE0-10E7720B1EB0}" type="datetimeFigureOut">
              <a:rPr lang="es-ES" smtClean="0"/>
              <a:t>11/11/2025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87B7AC-33A8-2B15-204A-187C1373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C32DCC-26E4-C71C-AA35-EC80B4881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EEE6-9932-447A-9AF6-C71FA975F21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570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D24363-9387-0EA4-9BFE-DB903FECE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EA31B9-A4DB-C8B4-6CA6-7FF31E311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C2A065-27E1-E7BC-2953-70DC0C7C5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2DE-1E71-4E03-ADE0-10E7720B1EB0}" type="datetimeFigureOut">
              <a:rPr lang="es-ES" smtClean="0"/>
              <a:t>11/11/2025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9628A8-4F9F-43D2-10B9-B507724D5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C42BCC-E028-9AE6-6222-47819E4EE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EEE6-9932-447A-9AF6-C71FA975F21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3142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F2173-2EE3-3237-5229-4C9A5C8AC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CB9E51-3693-22D9-3DDA-6FFC1E69D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4F744F-B030-BEF4-728C-9B1E27E57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2DE-1E71-4E03-ADE0-10E7720B1EB0}" type="datetimeFigureOut">
              <a:rPr lang="es-ES" smtClean="0"/>
              <a:t>11/11/2025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8BFA80-3B4C-0959-0590-9C05F055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2E6004-B408-53BA-4412-01CAC092D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EEE6-9932-447A-9AF6-C71FA975F21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1201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B4935-EA20-F656-B683-8CA44F8F9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7AF9C3-D62B-3FC9-ABCF-E288DAE105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FCA2FA6-F71B-E0B5-D647-1A587167B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DE67032-8584-BA64-5304-7E8061B7A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2DE-1E71-4E03-ADE0-10E7720B1EB0}" type="datetimeFigureOut">
              <a:rPr lang="es-ES" smtClean="0"/>
              <a:t>11/11/2025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402034-C382-50EB-3B1B-450F1BA4F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C0C380-FC72-9E41-A232-9373614A7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EEE6-9932-447A-9AF6-C71FA975F21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479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C22972-FACB-0E7E-611F-0F32CDE63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2A894D-AD36-C6EB-6E0B-37EEF7179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54F4B3-31C2-C51C-CA90-65A360974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D452A8E-D1C3-5513-F2AD-ED32752295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4EB2E85-D5AA-24A1-3018-EDFD62CBBD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D71E711-6A0E-32F9-D9B7-E56E123B3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2DE-1E71-4E03-ADE0-10E7720B1EB0}" type="datetimeFigureOut">
              <a:rPr lang="es-ES" smtClean="0"/>
              <a:t>11/11/2025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1BEBB81-5466-9E2E-DD56-5852589A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6FFD274-1F74-C206-1BA6-5083FF5E0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EEE6-9932-447A-9AF6-C71FA975F21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721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1AD1D-1A4E-ECAD-31CF-C02F9DDB9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2AA897-1CF8-2F8E-F254-E2B2F8447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2DE-1E71-4E03-ADE0-10E7720B1EB0}" type="datetimeFigureOut">
              <a:rPr lang="es-ES" smtClean="0"/>
              <a:t>11/11/2025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D530C04-F893-E53B-C457-1DDAE8997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70EA44-47C2-AE2B-0A3D-13BE2FBA4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EEE6-9932-447A-9AF6-C71FA975F21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1346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1A3939C-5B35-65EC-C228-1DF436451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2DE-1E71-4E03-ADE0-10E7720B1EB0}" type="datetimeFigureOut">
              <a:rPr lang="es-ES" smtClean="0"/>
              <a:t>11/11/2025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339943F-BCCE-5087-4D72-FF83B9C3A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8DA50A-1F82-E5F9-40B1-43F26B277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EEE6-9932-447A-9AF6-C71FA975F21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9721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CA6441-AC58-47CB-463D-E03BDEE4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8D4B25-3DCE-5A8B-0C51-58637984D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710EE3-1197-6221-A4A3-FDAB07594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9BA9A7E-5E1B-7D8A-2EA1-468D1B4A4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2DE-1E71-4E03-ADE0-10E7720B1EB0}" type="datetimeFigureOut">
              <a:rPr lang="es-ES" smtClean="0"/>
              <a:t>11/11/2025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886B83-0028-9E4F-CF87-1448F5569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7D31C8-5140-4045-6571-0B9CA1D26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EEE6-9932-447A-9AF6-C71FA975F21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3675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B2480-539C-E2A3-9215-B580D7B73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7E166F6-1678-8F3A-B1D5-3F0DDB928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441893C-4DA0-AB41-2C70-C1470939D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CA2D29-9F1E-F61E-0649-E01556896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2DE-1E71-4E03-ADE0-10E7720B1EB0}" type="datetimeFigureOut">
              <a:rPr lang="es-ES" smtClean="0"/>
              <a:t>11/11/2025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E2433E-F129-030F-72FB-9132F758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1594813-68C1-7232-D6FD-CF7C1AD50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EEE6-9932-447A-9AF6-C71FA975F21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3418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AD013-B34F-4B26-1958-AD36B87C0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A49BA4A-A01F-953A-4E8A-77FB07DF1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583433-5015-75DA-B8B7-3C01A3D56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2DE-1E71-4E03-ADE0-10E7720B1EB0}" type="datetimeFigureOut">
              <a:rPr lang="es-ES" smtClean="0"/>
              <a:t>11/11/2025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615CFD-7048-486B-1FB0-3079BE64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4FBA15-06A0-632C-0CB7-BD614913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EEE6-9932-447A-9AF6-C71FA975F21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0005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E2A11B-4DFD-0079-B066-65969427CD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470ADD-1539-3D5F-0613-46727335A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E09C05-8B39-5B62-6D8E-B509B7858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D2DE-1E71-4E03-ADE0-10E7720B1EB0}" type="datetimeFigureOut">
              <a:rPr lang="es-ES" smtClean="0"/>
              <a:t>11/11/2025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7F8C52-94CC-5AAA-B07C-DF4328CEE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264443-73E9-B745-FF30-73224E3A6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EEE6-9932-447A-9AF6-C71FA975F21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2546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D8FEDD1-7E2A-3475-7C77-C4862F229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F61EB0-5036-B3A3-A181-94E5B0373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BBC1F6-0F16-71CD-E9D6-B37B6414A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27D2DE-1E71-4E03-ADE0-10E7720B1EB0}" type="datetimeFigureOut">
              <a:rPr lang="es-ES" smtClean="0"/>
              <a:t>11/11/2025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A61571-AC08-1FE6-0B4B-A94A8790B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8F4220-83A7-7D78-2622-94FB2B438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9CEEE6-9932-447A-9AF6-C71FA975F21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76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0471EB-7164-EEBF-8109-C57B478F1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s-ES" sz="4800" b="1" dirty="0" err="1">
                <a:solidFill>
                  <a:schemeClr val="bg1"/>
                </a:solidFill>
              </a:rPr>
              <a:t>Multishot</a:t>
            </a:r>
            <a:r>
              <a:rPr lang="es-ES" sz="4800" b="1" dirty="0">
                <a:solidFill>
                  <a:schemeClr val="bg1"/>
                </a:solidFill>
              </a:rPr>
              <a:t> </a:t>
            </a:r>
            <a:r>
              <a:rPr lang="es-ES" sz="4800" b="1" dirty="0" err="1">
                <a:solidFill>
                  <a:schemeClr val="bg1"/>
                </a:solidFill>
              </a:rPr>
              <a:t>prompting</a:t>
            </a:r>
            <a:endParaRPr lang="es-ES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422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778F48-C8B4-0313-D842-BEA7440E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1. Qué es un </a:t>
            </a:r>
            <a:r>
              <a:rPr lang="es-ES" sz="4000" i="1">
                <a:solidFill>
                  <a:srgbClr val="FFFFFF"/>
                </a:solidFill>
              </a:rPr>
              <a:t>prompt</a:t>
            </a:r>
            <a:endParaRPr lang="es-ES" sz="40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21ABEA-4D3C-C44D-53EE-88A32D20D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s-ES" sz="2000"/>
              <a:t>Un </a:t>
            </a:r>
            <a:r>
              <a:rPr lang="es-ES" sz="2000" b="1"/>
              <a:t>prompt</a:t>
            </a:r>
            <a:r>
              <a:rPr lang="es-ES" sz="2000"/>
              <a:t> es simplemente </a:t>
            </a:r>
            <a:r>
              <a:rPr lang="es-ES" sz="2000" b="1"/>
              <a:t>el texto que le das a la IA</a:t>
            </a:r>
            <a:r>
              <a:rPr lang="es-ES" sz="2000"/>
              <a:t> para que produzca una respuesta.</a:t>
            </a:r>
            <a:br>
              <a:rPr lang="es-ES" sz="2000"/>
            </a:br>
            <a:r>
              <a:rPr lang="es-ES" sz="2000"/>
              <a:t>Por ejemplo:</a:t>
            </a:r>
          </a:p>
          <a:p>
            <a:r>
              <a:rPr lang="es-ES" sz="2000"/>
              <a:t>“Explícame qué es el aprendizaje automático.”</a:t>
            </a:r>
          </a:p>
          <a:p>
            <a:r>
              <a:rPr lang="es-ES" sz="2000"/>
              <a:t>Eso es un </a:t>
            </a:r>
            <a:r>
              <a:rPr lang="es-ES" sz="2000" b="1"/>
              <a:t>prompt</a:t>
            </a:r>
            <a:r>
              <a:rPr lang="es-ES" sz="2000"/>
              <a:t>.</a:t>
            </a:r>
            <a:br>
              <a:rPr lang="es-ES" sz="2000"/>
            </a:br>
            <a:r>
              <a:rPr lang="es-ES" sz="2000"/>
              <a:t>En los modelos de lenguaje (</a:t>
            </a:r>
            <a:r>
              <a:rPr lang="es-ES" sz="2000" i="1"/>
              <a:t>LLMs</a:t>
            </a:r>
            <a:r>
              <a:rPr lang="es-ES" sz="2000"/>
              <a:t> como GPT-5), el prompt es </a:t>
            </a:r>
            <a:r>
              <a:rPr lang="es-ES" sz="2000" b="1"/>
              <a:t>toda la conversación</a:t>
            </a:r>
            <a:r>
              <a:rPr lang="es-ES" sz="2000"/>
              <a:t>: las instrucciones del sistema, lo que escribes como usuario y, a veces, ejemplos anteriores.</a:t>
            </a:r>
          </a:p>
          <a:p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1823742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0F3D87-673A-ECAA-4620-D3B1C0454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A5B88B-1946-2E59-5CC2-1A90D9466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2. Qué significa “shot”</a:t>
            </a: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83E59E26-4C93-0D06-BCE6-AD33CFD44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695" y="10138"/>
            <a:ext cx="7821256" cy="683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r>
              <a:rPr lang="es-ES" sz="1400" b="1" dirty="0"/>
              <a:t>Zero-</a:t>
            </a:r>
            <a:r>
              <a:rPr lang="es-ES" sz="1400" b="1" dirty="0" err="1"/>
              <a:t>shot</a:t>
            </a:r>
            <a:r>
              <a:rPr lang="es-ES" sz="1400" b="1" dirty="0"/>
              <a:t> </a:t>
            </a:r>
            <a:r>
              <a:rPr lang="es-ES" sz="1400" b="1" dirty="0" err="1"/>
              <a:t>prompting</a:t>
            </a:r>
            <a:r>
              <a:rPr lang="es-ES" sz="1400" b="1" dirty="0"/>
              <a:t> → no le das ningún ejemplo, solo la instrucción</a:t>
            </a:r>
            <a:r>
              <a:rPr lang="es-ES" sz="1400" dirty="0"/>
              <a:t>.</a:t>
            </a:r>
          </a:p>
          <a:p>
            <a:r>
              <a:rPr lang="es-ES" sz="1400" dirty="0" err="1"/>
              <a:t>User</a:t>
            </a:r>
            <a:r>
              <a:rPr lang="es-ES" sz="1400" dirty="0"/>
              <a:t>: Clasifica si este texto es positivo o negativo:</a:t>
            </a:r>
          </a:p>
          <a:p>
            <a:r>
              <a:rPr lang="es-ES" sz="1400" dirty="0"/>
              <a:t>"Me encanta este producto“</a:t>
            </a:r>
          </a:p>
          <a:p>
            <a:endParaRPr lang="es-ES" sz="1400" dirty="0"/>
          </a:p>
          <a:p>
            <a:pPr marL="0" indent="0">
              <a:buNone/>
            </a:pPr>
            <a:r>
              <a:rPr lang="es-ES" sz="1400" b="1" dirty="0" err="1"/>
              <a:t>One-shot</a:t>
            </a:r>
            <a:r>
              <a:rPr lang="es-ES" sz="1400" b="1" dirty="0"/>
              <a:t> </a:t>
            </a:r>
            <a:r>
              <a:rPr lang="es-ES" sz="1400" b="1" dirty="0" err="1"/>
              <a:t>prompting</a:t>
            </a:r>
            <a:r>
              <a:rPr lang="es-ES" sz="1400" b="1" dirty="0"/>
              <a:t> → le das un ejemplo de cómo quieres que responda.</a:t>
            </a:r>
          </a:p>
          <a:p>
            <a:r>
              <a:rPr lang="es-ES" sz="1400" dirty="0" err="1"/>
              <a:t>User</a:t>
            </a:r>
            <a:r>
              <a:rPr lang="es-ES" sz="1400" dirty="0"/>
              <a:t>: Ejemplo:</a:t>
            </a:r>
          </a:p>
          <a:p>
            <a:r>
              <a:rPr lang="es-ES" sz="1400" dirty="0"/>
              <a:t>Entrada: "Odio la lluvia"</a:t>
            </a:r>
          </a:p>
          <a:p>
            <a:r>
              <a:rPr lang="es-ES" sz="1400" dirty="0"/>
              <a:t>Salida: "Negativo"</a:t>
            </a:r>
          </a:p>
          <a:p>
            <a:r>
              <a:rPr lang="es-ES" sz="1400" dirty="0"/>
              <a:t>Ahora clasifica:</a:t>
            </a:r>
          </a:p>
          <a:p>
            <a:r>
              <a:rPr lang="es-ES" sz="1400" dirty="0"/>
              <a:t>Entrada: "Me encanta este producto“</a:t>
            </a:r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r>
              <a:rPr lang="es-ES" sz="1400" b="1" dirty="0" err="1"/>
              <a:t>Multi-shot</a:t>
            </a:r>
            <a:r>
              <a:rPr lang="es-ES" sz="1400" b="1" dirty="0"/>
              <a:t> </a:t>
            </a:r>
            <a:r>
              <a:rPr lang="es-ES" sz="1400" b="1" dirty="0" err="1"/>
              <a:t>prompting</a:t>
            </a:r>
            <a:r>
              <a:rPr lang="es-ES" sz="1400" b="1" dirty="0"/>
              <a:t> (o </a:t>
            </a:r>
            <a:r>
              <a:rPr lang="es-ES" sz="1400" b="1" dirty="0" err="1"/>
              <a:t>few-shot</a:t>
            </a:r>
            <a:r>
              <a:rPr lang="es-ES" sz="1400" b="1" dirty="0"/>
              <a:t> </a:t>
            </a:r>
            <a:r>
              <a:rPr lang="es-ES" sz="1400" b="1" dirty="0" err="1"/>
              <a:t>prompting</a:t>
            </a:r>
            <a:r>
              <a:rPr lang="es-ES" sz="1400" b="1" dirty="0"/>
              <a:t>) → le das varios ejemplos (dos, tres, cuatro...) de entrada → salida antes del caso real.</a:t>
            </a:r>
          </a:p>
          <a:p>
            <a:r>
              <a:rPr lang="es-ES" sz="1400" dirty="0" err="1"/>
              <a:t>User</a:t>
            </a:r>
            <a:r>
              <a:rPr lang="es-ES" sz="1400" dirty="0"/>
              <a:t>: Ejemplo 1:</a:t>
            </a:r>
          </a:p>
          <a:p>
            <a:r>
              <a:rPr lang="es-ES" sz="1400" dirty="0"/>
              <a:t>Entrada: "Odio la lluvia" → Salida: "Negativo"</a:t>
            </a:r>
          </a:p>
          <a:p>
            <a:r>
              <a:rPr lang="es-ES" sz="1400" dirty="0"/>
              <a:t>Ejemplo 2:</a:t>
            </a:r>
          </a:p>
          <a:p>
            <a:r>
              <a:rPr lang="es-ES" sz="1400" dirty="0"/>
              <a:t>Entrada: "Amo este lugar" → Salida: "Positivo"</a:t>
            </a:r>
          </a:p>
          <a:p>
            <a:r>
              <a:rPr lang="es-ES" sz="1400" dirty="0"/>
              <a:t>Ahora clasifica:</a:t>
            </a:r>
          </a:p>
          <a:p>
            <a:r>
              <a:rPr lang="es-ES" sz="1400" dirty="0"/>
              <a:t>Entrada: "El día está genial"</a:t>
            </a:r>
          </a:p>
          <a:p>
            <a:r>
              <a:rPr lang="es-ES" sz="1400" dirty="0"/>
              <a:t>El modelo ve los ejemplos, aprende el patrón, y responde el nuevo caso siguiendo el mismo formato.</a:t>
            </a:r>
          </a:p>
          <a:p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199389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D50078-9A5A-DC7E-0A90-76B8B13F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3. Cómo se aplica esto en tu código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748444-ECB7-B255-BFEB-7C592BD61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s-ES" sz="1900" dirty="0"/>
              <a:t>El código hace esto exactamente con los enlaces del sitio web.</a:t>
            </a:r>
          </a:p>
          <a:p>
            <a:r>
              <a:rPr lang="es-ES" sz="1900" dirty="0"/>
              <a:t>Le das dos ejemplos anteriores en FEWSHOTS (eso son los </a:t>
            </a:r>
            <a:r>
              <a:rPr lang="es-ES" sz="1900" i="1" dirty="0" err="1"/>
              <a:t>shots</a:t>
            </a:r>
            <a:r>
              <a:rPr lang="es-ES" sz="1900" dirty="0"/>
              <a:t>).</a:t>
            </a:r>
          </a:p>
          <a:p>
            <a:r>
              <a:rPr lang="es-ES" sz="1900" dirty="0"/>
              <a:t>Luego le pasas tu lista real de enlaces (nuevo caso).</a:t>
            </a:r>
          </a:p>
          <a:p>
            <a:r>
              <a:rPr lang="es-ES" sz="1900" dirty="0" err="1"/>
              <a:t>msgs</a:t>
            </a:r>
            <a:r>
              <a:rPr lang="es-ES" sz="1900" dirty="0"/>
              <a:t> = [*FEWSHOTS, {"role":"</a:t>
            </a:r>
            <a:r>
              <a:rPr lang="es-ES" sz="1900" dirty="0" err="1"/>
              <a:t>user</a:t>
            </a:r>
            <a:r>
              <a:rPr lang="es-ES" sz="1900" dirty="0"/>
              <a:t>","</a:t>
            </a:r>
            <a:r>
              <a:rPr lang="es-ES" sz="1900" dirty="0" err="1"/>
              <a:t>content</a:t>
            </a:r>
            <a:r>
              <a:rPr lang="es-ES" sz="1900" dirty="0"/>
              <a:t>":</a:t>
            </a:r>
            <a:r>
              <a:rPr lang="es-ES" sz="1900" dirty="0" err="1"/>
              <a:t>f"Site</a:t>
            </a:r>
            <a:r>
              <a:rPr lang="es-ES" sz="1900" dirty="0"/>
              <a:t>: {w.url}\</a:t>
            </a:r>
            <a:r>
              <a:rPr lang="es-ES" sz="1900" dirty="0" err="1"/>
              <a:t>nLinks</a:t>
            </a:r>
            <a:r>
              <a:rPr lang="es-ES" sz="1900" dirty="0"/>
              <a:t>:\n{links}"}]</a:t>
            </a:r>
          </a:p>
          <a:p>
            <a:r>
              <a:rPr lang="es-ES" sz="1900" dirty="0"/>
              <a:t>Así que el modelo ve:</a:t>
            </a:r>
          </a:p>
          <a:p>
            <a:r>
              <a:rPr lang="es-ES" sz="1900" dirty="0"/>
              <a:t>Un ejemplo de cómo clasificar enlaces de example.com.</a:t>
            </a:r>
          </a:p>
          <a:p>
            <a:r>
              <a:rPr lang="es-ES" sz="1900" dirty="0"/>
              <a:t>Otro de contoso.io.</a:t>
            </a:r>
          </a:p>
          <a:p>
            <a:r>
              <a:rPr lang="es-ES" sz="1900" dirty="0"/>
              <a:t>Tu caso real, por ejemplo huggingface.co.</a:t>
            </a:r>
          </a:p>
          <a:p>
            <a:r>
              <a:rPr lang="es-ES" sz="1900" dirty="0"/>
              <a:t>Y entonces responde siguiendo el mismo formato JSON que aprendió en los ejemplos.</a:t>
            </a:r>
          </a:p>
          <a:p>
            <a:r>
              <a:rPr lang="es-ES" sz="1900" dirty="0"/>
              <a:t>Eso es el “</a:t>
            </a:r>
            <a:r>
              <a:rPr lang="es-ES" sz="1900" dirty="0" err="1"/>
              <a:t>multi-prompt</a:t>
            </a:r>
            <a:r>
              <a:rPr lang="es-ES" sz="1900" dirty="0"/>
              <a:t>” o </a:t>
            </a:r>
            <a:r>
              <a:rPr lang="es-ES" sz="1900" dirty="0" err="1"/>
              <a:t>multi-shot</a:t>
            </a:r>
            <a:r>
              <a:rPr lang="es-ES" sz="1900" dirty="0"/>
              <a:t> </a:t>
            </a:r>
            <a:r>
              <a:rPr lang="es-ES" sz="1900" dirty="0" err="1"/>
              <a:t>prompting</a:t>
            </a:r>
            <a:r>
              <a:rPr lang="es-ES" sz="1900" dirty="0"/>
              <a:t>: varios ejemplos antes del caso final.</a:t>
            </a:r>
          </a:p>
          <a:p>
            <a:pPr marL="0" indent="0">
              <a:buNone/>
            </a:pPr>
            <a:endParaRPr lang="es-ES" sz="1900" dirty="0"/>
          </a:p>
        </p:txBody>
      </p:sp>
    </p:spTree>
    <p:extLst>
      <p:ext uri="{BB962C8B-B14F-4D97-AF65-F5344CB8AC3E}">
        <p14:creationId xmlns:p14="http://schemas.microsoft.com/office/powerpoint/2010/main" val="2748438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94452D-8796-B7F4-8E91-2643164DB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ACD290-F3EC-1D3E-4CC7-160C67617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4. Qué consigue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50CA38-8C75-5F6F-16A6-9B93BC22E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s-ES" sz="2000"/>
              <a:t>Gracias al multi-prompting:</a:t>
            </a:r>
          </a:p>
          <a:p>
            <a:r>
              <a:rPr lang="es-ES" sz="2000"/>
              <a:t>La IA entiende mejor la tarea porque ha visto varios ejemplos.</a:t>
            </a:r>
          </a:p>
          <a:p>
            <a:r>
              <a:rPr lang="es-ES" sz="2000"/>
              <a:t>Imita el formato deseado (JSON limpio, campos correctos).</a:t>
            </a:r>
          </a:p>
          <a:p>
            <a:r>
              <a:rPr lang="es-ES" sz="2000"/>
              <a:t>Evita errores comunes, como incluir enlaces inútiles (privacidad, login).</a:t>
            </a:r>
          </a:p>
          <a:p>
            <a:r>
              <a:rPr lang="es-ES" sz="2000"/>
              <a:t>Hace la salida más predecible y estable (menos “creativa”).</a:t>
            </a:r>
          </a:p>
          <a:p>
            <a:r>
              <a:rPr lang="es-ES" sz="2000"/>
              <a:t>Es como si antes de pedirle el examen, le dieras al modelo dos ejercicios resueltos.</a:t>
            </a:r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4145786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51B555-C7A8-29AA-69A3-FE18B2472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21E083-0FA1-73FA-DBEC-468E7AF26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s-ES" dirty="0"/>
              <a:t>5. Relación con tu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B5FB6E-0D1C-956F-EFD6-CB65FBEC3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es-ES" sz="1600" dirty="0"/>
              <a:t>Solo la </a:t>
            </a:r>
            <a:r>
              <a:rPr lang="es-ES" sz="1600" b="1" dirty="0"/>
              <a:t>primera llamada</a:t>
            </a:r>
            <a:r>
              <a:rPr lang="es-ES" sz="1600" dirty="0"/>
              <a:t> (selección de enlaces) usa </a:t>
            </a:r>
            <a:r>
              <a:rPr lang="es-ES" sz="1600" dirty="0" err="1"/>
              <a:t>multi-shot</a:t>
            </a:r>
            <a:r>
              <a:rPr lang="es-ES" sz="1600" dirty="0"/>
              <a:t> </a:t>
            </a:r>
            <a:r>
              <a:rPr lang="es-ES" sz="1600" dirty="0" err="1"/>
              <a:t>prompting</a:t>
            </a:r>
            <a:r>
              <a:rPr lang="es-ES" sz="1600" dirty="0"/>
              <a:t>.</a:t>
            </a:r>
            <a:br>
              <a:rPr lang="es-ES" sz="1600" dirty="0"/>
            </a:br>
            <a:r>
              <a:rPr lang="es-ES" sz="1600" dirty="0"/>
              <a:t>Las demás usan un único </a:t>
            </a:r>
            <a:r>
              <a:rPr lang="es-ES" sz="1600" dirty="0" err="1"/>
              <a:t>prompt</a:t>
            </a:r>
            <a:r>
              <a:rPr lang="es-ES" sz="1600" dirty="0"/>
              <a:t> (son </a:t>
            </a:r>
            <a:r>
              <a:rPr lang="es-ES" sz="1600" i="1" dirty="0"/>
              <a:t>single-</a:t>
            </a:r>
            <a:r>
              <a:rPr lang="es-ES" sz="1600" i="1" dirty="0" err="1"/>
              <a:t>shot</a:t>
            </a:r>
            <a:r>
              <a:rPr lang="es-ES" sz="1600" dirty="0"/>
              <a:t>).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05CCBBD-7E90-1C41-F7AB-B4B3B1E97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064622"/>
              </p:ext>
            </p:extLst>
          </p:nvPr>
        </p:nvGraphicFramePr>
        <p:xfrm>
          <a:off x="5445457" y="2150949"/>
          <a:ext cx="6155142" cy="2579847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623112">
                  <a:extLst>
                    <a:ext uri="{9D8B030D-6E8A-4147-A177-3AD203B41FA5}">
                      <a16:colId xmlns:a16="http://schemas.microsoft.com/office/drawing/2014/main" val="776610579"/>
                    </a:ext>
                  </a:extLst>
                </a:gridCol>
                <a:gridCol w="1738192">
                  <a:extLst>
                    <a:ext uri="{9D8B030D-6E8A-4147-A177-3AD203B41FA5}">
                      <a16:colId xmlns:a16="http://schemas.microsoft.com/office/drawing/2014/main" val="3535485060"/>
                    </a:ext>
                  </a:extLst>
                </a:gridCol>
                <a:gridCol w="1793838">
                  <a:extLst>
                    <a:ext uri="{9D8B030D-6E8A-4147-A177-3AD203B41FA5}">
                      <a16:colId xmlns:a16="http://schemas.microsoft.com/office/drawing/2014/main" val="1353340866"/>
                    </a:ext>
                  </a:extLst>
                </a:gridCol>
              </a:tblGrid>
              <a:tr h="370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Paso</a:t>
                      </a:r>
                    </a:p>
                  </a:txBody>
                  <a:tcPr marL="101630" marR="78177" marT="78177" marB="781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Qué hace</a:t>
                      </a:r>
                    </a:p>
                  </a:txBody>
                  <a:tcPr marL="101630" marR="78177" marT="78177" marB="781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Uso del multi-prompt</a:t>
                      </a:r>
                    </a:p>
                  </a:txBody>
                  <a:tcPr marL="101630" marR="78177" marT="78177" marB="781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630643"/>
                  </a:ext>
                </a:extLst>
              </a:tr>
              <a:tr h="734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1) </a:t>
                      </a:r>
                      <a:r>
                        <a:rPr lang="es-ES" sz="1200" cap="none" spc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get_links</a:t>
                      </a:r>
                      <a:r>
                        <a:rPr lang="es-ES" sz="12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s-ES" sz="1200" cap="none" spc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url</a:t>
                      </a:r>
                      <a:r>
                        <a:rPr lang="es-ES" sz="12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)</a:t>
                      </a:r>
                      <a:endParaRPr lang="es-E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1630" marR="78177" marT="78177" marB="781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El modelo decide qué enlaces del sitio son relevantes.</a:t>
                      </a:r>
                    </a:p>
                  </a:txBody>
                  <a:tcPr marL="101630" marR="78177" marT="78177" marB="781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ES" sz="1200" b="1" cap="none" spc="0" dirty="0">
                          <a:solidFill>
                            <a:schemeClr val="tx1"/>
                          </a:solidFill>
                        </a:rPr>
                        <a:t>Aquí está el </a:t>
                      </a:r>
                      <a:r>
                        <a:rPr lang="es-ES" sz="1200" b="1" cap="none" spc="0" dirty="0" err="1">
                          <a:solidFill>
                            <a:schemeClr val="tx1"/>
                          </a:solidFill>
                        </a:rPr>
                        <a:t>multi-shot</a:t>
                      </a:r>
                      <a:r>
                        <a:rPr lang="es-ES" sz="1200" b="1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ES" sz="1200" b="1" cap="none" spc="0" dirty="0" err="1">
                          <a:solidFill>
                            <a:schemeClr val="tx1"/>
                          </a:solidFill>
                        </a:rPr>
                        <a:t>prompting</a:t>
                      </a:r>
                      <a:r>
                        <a:rPr lang="es-ES" sz="1200" b="1" cap="none" spc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s-E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1630" marR="78177" marT="78177" marB="781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676443"/>
                  </a:ext>
                </a:extLst>
              </a:tr>
              <a:tr h="552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 dirty="0">
                          <a:solidFill>
                            <a:schemeClr val="tx1"/>
                          </a:solidFill>
                        </a:rPr>
                        <a:t>2)  </a:t>
                      </a:r>
                      <a:r>
                        <a:rPr lang="es-ES" sz="12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_</a:t>
                      </a:r>
                      <a:r>
                        <a:rPr lang="es-ES" sz="1200" cap="none" spc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details</a:t>
                      </a:r>
                      <a:r>
                        <a:rPr lang="es-ES" sz="12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s-ES" sz="1200" cap="none" spc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url</a:t>
                      </a:r>
                      <a:r>
                        <a:rPr lang="es-ES" sz="12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)</a:t>
                      </a:r>
                      <a:endParaRPr lang="es-E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1630" marR="78177" marT="78177" marB="781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Descarga las páginas relevantes.</a:t>
                      </a:r>
                    </a:p>
                  </a:txBody>
                  <a:tcPr marL="101630" marR="78177" marT="78177" marB="781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1630" marR="78177" marT="78177" marB="781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163023"/>
                  </a:ext>
                </a:extLst>
              </a:tr>
              <a:tr h="552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 dirty="0">
                          <a:solidFill>
                            <a:schemeClr val="tx1"/>
                          </a:solidFill>
                        </a:rPr>
                        <a:t>3)  </a:t>
                      </a:r>
                      <a:r>
                        <a:rPr lang="es-ES" sz="1200" cap="none" spc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create_brochure</a:t>
                      </a:r>
                      <a:r>
                        <a:rPr lang="es-ES" sz="12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(...)</a:t>
                      </a:r>
                      <a:endParaRPr lang="es-E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1630" marR="78177" marT="78177" marB="781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Genera el folleto con secciones fijas.</a:t>
                      </a:r>
                    </a:p>
                  </a:txBody>
                  <a:tcPr marL="101630" marR="78177" marT="78177" marB="781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1630" marR="78177" marT="78177" marB="781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971840"/>
                  </a:ext>
                </a:extLst>
              </a:tr>
              <a:tr h="370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 dirty="0">
                          <a:solidFill>
                            <a:schemeClr val="tx1"/>
                          </a:solidFill>
                        </a:rPr>
                        <a:t>4) </a:t>
                      </a:r>
                      <a:r>
                        <a:rPr lang="es-ES" sz="1200" cap="none" spc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translate_brochure</a:t>
                      </a:r>
                      <a:r>
                        <a:rPr lang="es-ES" sz="12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(...)</a:t>
                      </a:r>
                      <a:endParaRPr lang="es-E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1630" marR="78177" marT="78177" marB="781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Traduce el folleto.</a:t>
                      </a:r>
                    </a:p>
                  </a:txBody>
                  <a:tcPr marL="101630" marR="78177" marT="78177" marB="781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1630" marR="78177" marT="78177" marB="781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763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946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2D9D4B-B47A-D87F-8B84-DE316AA9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6. Mini-resumen visual</a:t>
            </a:r>
            <a:b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77B1FB7-017C-5566-3B5F-C0F26DB3384A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[ SYSTEM ] → “</a:t>
            </a:r>
            <a:r>
              <a:rPr lang="en-US" sz="2000" dirty="0" err="1"/>
              <a:t>Quiero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devuelvas</a:t>
            </a:r>
            <a:r>
              <a:rPr lang="en-US" sz="2000" dirty="0"/>
              <a:t> un JSON con {type, </a:t>
            </a:r>
            <a:r>
              <a:rPr lang="en-US" sz="2000" dirty="0" err="1"/>
              <a:t>url</a:t>
            </a:r>
            <a:r>
              <a:rPr lang="en-US" sz="2000" dirty="0"/>
              <a:t>, score, rationale}”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[ USER 1 ] → </a:t>
            </a:r>
            <a:r>
              <a:rPr lang="en-US" sz="2000" dirty="0" err="1"/>
              <a:t>Ejemplo</a:t>
            </a:r>
            <a:r>
              <a:rPr lang="en-US" sz="2000" dirty="0"/>
              <a:t>: enlaces de example.com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[ ASSISTANT 1 ] → JSON </a:t>
            </a:r>
            <a:r>
              <a:rPr lang="en-US" sz="2000" dirty="0" err="1"/>
              <a:t>correcto</a:t>
            </a:r>
            <a:r>
              <a:rPr lang="en-US" sz="2000" dirty="0"/>
              <a:t> para example.com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[ USER 2 ] → </a:t>
            </a:r>
            <a:r>
              <a:rPr lang="en-US" sz="2000" dirty="0" err="1"/>
              <a:t>Ejemplo</a:t>
            </a:r>
            <a:r>
              <a:rPr lang="en-US" sz="2000" dirty="0"/>
              <a:t>: enlaces de contoso.io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[ ASSISTANT 2 ] → JSON </a:t>
            </a:r>
            <a:r>
              <a:rPr lang="en-US" sz="2000" dirty="0" err="1"/>
              <a:t>correcto</a:t>
            </a:r>
            <a:r>
              <a:rPr lang="en-US" sz="2000" dirty="0"/>
              <a:t> para contoso.io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[ USER 3 ] → Mi </a:t>
            </a:r>
            <a:r>
              <a:rPr lang="en-US" sz="2000" dirty="0" err="1"/>
              <a:t>caso</a:t>
            </a:r>
            <a:r>
              <a:rPr lang="en-US" sz="2000" dirty="0"/>
              <a:t> real: enlaces de huggingface.co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[ ASSISTANT 3 ] → (la </a:t>
            </a:r>
            <a:r>
              <a:rPr lang="en-US" sz="2000" dirty="0" err="1"/>
              <a:t>respuesta</a:t>
            </a:r>
            <a:r>
              <a:rPr lang="en-US" sz="2000" dirty="0"/>
              <a:t> real)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Eso es </a:t>
            </a:r>
            <a:r>
              <a:rPr lang="en-US" sz="2000" b="1" dirty="0" err="1"/>
              <a:t>el</a:t>
            </a:r>
            <a:r>
              <a:rPr lang="en-US" sz="2000" b="1" dirty="0"/>
              <a:t> multi-prompting: </a:t>
            </a:r>
            <a:r>
              <a:rPr lang="en-US" sz="2000" b="1" dirty="0" err="1"/>
              <a:t>dar</a:t>
            </a:r>
            <a:r>
              <a:rPr lang="en-US" sz="2000" b="1" dirty="0"/>
              <a:t> </a:t>
            </a:r>
            <a:r>
              <a:rPr lang="en-US" sz="2000" b="1" dirty="0" err="1"/>
              <a:t>varios</a:t>
            </a:r>
            <a:r>
              <a:rPr lang="en-US" sz="2000" b="1" dirty="0"/>
              <a:t> pares de </a:t>
            </a:r>
            <a:r>
              <a:rPr lang="en-US" sz="2000" b="1" dirty="0" err="1"/>
              <a:t>ejemplo</a:t>
            </a:r>
            <a:r>
              <a:rPr lang="en-US" sz="2000" b="1" dirty="0"/>
              <a:t> (user-assistant) antes de </a:t>
            </a:r>
            <a:r>
              <a:rPr lang="en-US" sz="2000" b="1" dirty="0" err="1"/>
              <a:t>tu</a:t>
            </a:r>
            <a:r>
              <a:rPr lang="en-US" sz="2000" b="1" dirty="0"/>
              <a:t> </a:t>
            </a:r>
            <a:r>
              <a:rPr lang="en-US" sz="2000" b="1" dirty="0" err="1"/>
              <a:t>caso</a:t>
            </a:r>
            <a:r>
              <a:rPr lang="en-US" sz="2000" b="1" dirty="0"/>
              <a:t> final.</a:t>
            </a:r>
          </a:p>
        </p:txBody>
      </p:sp>
    </p:spTree>
    <p:extLst>
      <p:ext uri="{BB962C8B-B14F-4D97-AF65-F5344CB8AC3E}">
        <p14:creationId xmlns:p14="http://schemas.microsoft.com/office/powerpoint/2010/main" val="147283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2416B81-34B6-9FBB-0715-C830C09CB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 b="1" dirty="0">
                <a:solidFill>
                  <a:schemeClr val="bg1"/>
                </a:solidFill>
              </a:rPr>
              <a:t>Visión general</a:t>
            </a:r>
            <a:br>
              <a:rPr lang="es-ES" sz="4000" b="1" dirty="0">
                <a:solidFill>
                  <a:schemeClr val="bg1"/>
                </a:solidFill>
              </a:rPr>
            </a:br>
            <a:endParaRPr lang="es-ES" sz="4000" dirty="0">
              <a:solidFill>
                <a:schemeClr val="bg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677B28-6224-DCC6-D8A0-9F55B48A4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s-ES" sz="2000" b="1" dirty="0" err="1"/>
              <a:t>Scrapea</a:t>
            </a:r>
            <a:r>
              <a:rPr lang="es-ES" sz="2000" b="1" dirty="0"/>
              <a:t> la web</a:t>
            </a:r>
            <a:r>
              <a:rPr lang="es-ES" sz="2000" dirty="0"/>
              <a:t> de </a:t>
            </a:r>
            <a:r>
              <a:rPr lang="es-ES" sz="2000" dirty="0" err="1"/>
              <a:t>Hugging</a:t>
            </a:r>
            <a:r>
              <a:rPr lang="es-ES" sz="2000" dirty="0"/>
              <a:t> </a:t>
            </a:r>
            <a:r>
              <a:rPr lang="es-ES" sz="2000" dirty="0" err="1"/>
              <a:t>Face</a:t>
            </a:r>
            <a:r>
              <a:rPr lang="es-ES" sz="2000" dirty="0"/>
              <a:t> → extrae texto y enlaces.</a:t>
            </a:r>
          </a:p>
          <a:p>
            <a:r>
              <a:rPr lang="es-ES" sz="2000" b="1" dirty="0"/>
              <a:t>Genera un folleto</a:t>
            </a:r>
            <a:r>
              <a:rPr lang="es-ES" sz="2000" dirty="0"/>
              <a:t> en español (</a:t>
            </a:r>
            <a:r>
              <a:rPr lang="es-ES" sz="2000" dirty="0" err="1"/>
              <a:t>Markdown</a:t>
            </a:r>
            <a:r>
              <a:rPr lang="es-ES" sz="2000" dirty="0"/>
              <a:t>) con secciones fijas.</a:t>
            </a:r>
          </a:p>
          <a:p>
            <a:r>
              <a:rPr lang="es-ES" sz="2000" b="1" dirty="0"/>
              <a:t>Traduce ese folleto</a:t>
            </a:r>
            <a:r>
              <a:rPr lang="es-ES" sz="2000" dirty="0"/>
              <a:t> automáticamente al inglés.</a:t>
            </a:r>
          </a:p>
          <a:p>
            <a:r>
              <a:rPr lang="es-ES" sz="2000" b="1" dirty="0"/>
              <a:t>La salida:</a:t>
            </a:r>
            <a:br>
              <a:rPr lang="es-ES" sz="2000" dirty="0"/>
            </a:br>
            <a:r>
              <a:rPr lang="es-ES" sz="2000" dirty="0"/>
              <a:t>Primero ves el folleto en español, luego la versión traducida al inglés (separada por la línea --- Traducción EN ---).</a:t>
            </a:r>
          </a:p>
          <a:p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2014481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1082DF-01BA-F4CD-BD73-D4E692431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0) Preparación</a:t>
            </a:r>
          </a:p>
        </p:txBody>
      </p:sp>
      <p:graphicFrame>
        <p:nvGraphicFramePr>
          <p:cNvPr id="13" name="CuadroTexto 3">
            <a:extLst>
              <a:ext uri="{FF2B5EF4-FFF2-40B4-BE49-F238E27FC236}">
                <a16:creationId xmlns:a16="http://schemas.microsoft.com/office/drawing/2014/main" id="{13AA0D81-B9F0-B53F-1430-056D5E8E0F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232456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2559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A41763-9C05-17DB-BA7C-6666FE3B0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1) Clase Website: descarga y limpia páginas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0B73300-AC62-18F5-1D25-B434643DD703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Código </a:t>
            </a:r>
            <a:r>
              <a:rPr lang="en-US" sz="1400" b="1" dirty="0" err="1"/>
              <a:t>implicado</a:t>
            </a:r>
            <a:r>
              <a:rPr lang="en-US" sz="1400" b="1" dirty="0"/>
              <a:t> (</a:t>
            </a:r>
            <a:r>
              <a:rPr lang="en-US" sz="1400" b="1" dirty="0" err="1"/>
              <a:t>resumen</a:t>
            </a:r>
            <a:r>
              <a:rPr lang="en-US" sz="1400" b="1" dirty="0"/>
              <a:t>)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Hace</a:t>
            </a:r>
            <a:r>
              <a:rPr lang="en-US" sz="1400" dirty="0"/>
              <a:t> GET a la URL con requests.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Usa </a:t>
            </a:r>
            <a:r>
              <a:rPr lang="en-US" sz="1400" dirty="0" err="1"/>
              <a:t>BeautifulSoup</a:t>
            </a:r>
            <a:r>
              <a:rPr lang="en-US" sz="1400" dirty="0"/>
              <a:t> para: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Extraer</a:t>
            </a:r>
            <a:r>
              <a:rPr lang="en-US" sz="1400" dirty="0"/>
              <a:t> title.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Borrar</a:t>
            </a:r>
            <a:r>
              <a:rPr lang="en-US" sz="1400" dirty="0"/>
              <a:t> </a:t>
            </a:r>
            <a:r>
              <a:rPr lang="en-US" sz="1400" dirty="0" err="1"/>
              <a:t>etiquetas</a:t>
            </a:r>
            <a:r>
              <a:rPr lang="en-US" sz="1400" dirty="0"/>
              <a:t> no </a:t>
            </a:r>
            <a:r>
              <a:rPr lang="en-US" sz="1400" dirty="0" err="1"/>
              <a:t>útiles</a:t>
            </a:r>
            <a:r>
              <a:rPr lang="en-US" sz="1400" dirty="0"/>
              <a:t> (script, style, </a:t>
            </a:r>
            <a:r>
              <a:rPr lang="en-US" sz="1400" dirty="0" err="1"/>
              <a:t>img</a:t>
            </a:r>
            <a:r>
              <a:rPr lang="en-US" sz="1400" dirty="0"/>
              <a:t>, etc.).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Obtener</a:t>
            </a:r>
            <a:r>
              <a:rPr lang="en-US" sz="1400" dirty="0"/>
              <a:t> </a:t>
            </a:r>
            <a:r>
              <a:rPr lang="en-US" sz="1400" dirty="0" err="1"/>
              <a:t>texto</a:t>
            </a:r>
            <a:r>
              <a:rPr lang="en-US" sz="1400" dirty="0"/>
              <a:t> “</a:t>
            </a:r>
            <a:r>
              <a:rPr lang="en-US" sz="1400" dirty="0" err="1"/>
              <a:t>limpio</a:t>
            </a:r>
            <a:r>
              <a:rPr lang="en-US" sz="1400" dirty="0"/>
              <a:t>”.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Recoger</a:t>
            </a:r>
            <a:r>
              <a:rPr lang="en-US" sz="1400" dirty="0"/>
              <a:t> </a:t>
            </a:r>
            <a:r>
              <a:rPr lang="en-US" sz="1400" dirty="0" err="1"/>
              <a:t>todos</a:t>
            </a:r>
            <a:r>
              <a:rPr lang="en-US" sz="1400" dirty="0"/>
              <a:t> </a:t>
            </a:r>
            <a:r>
              <a:rPr lang="en-US" sz="1400" dirty="0" err="1"/>
              <a:t>los</a:t>
            </a:r>
            <a:r>
              <a:rPr lang="en-US" sz="1400" dirty="0"/>
              <a:t> enlaces (</a:t>
            </a:r>
            <a:r>
              <a:rPr lang="en-US" sz="1400" dirty="0" err="1"/>
              <a:t>href</a:t>
            </a:r>
            <a:r>
              <a:rPr lang="en-US" sz="1400" dirty="0"/>
              <a:t>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Método</a:t>
            </a:r>
            <a:r>
              <a:rPr lang="en-US" sz="1400" dirty="0"/>
              <a:t> dump() </a:t>
            </a:r>
            <a:r>
              <a:rPr lang="en-US" sz="1400" dirty="0" err="1"/>
              <a:t>devuelve</a:t>
            </a:r>
            <a:r>
              <a:rPr lang="en-US" sz="1400" dirty="0"/>
              <a:t> un </a:t>
            </a:r>
            <a:r>
              <a:rPr lang="en-US" sz="1400" dirty="0" err="1"/>
              <a:t>bloque</a:t>
            </a:r>
            <a:r>
              <a:rPr lang="en-US" sz="1400" dirty="0"/>
              <a:t> de </a:t>
            </a:r>
            <a:r>
              <a:rPr lang="en-US" sz="1400" dirty="0" err="1"/>
              <a:t>texto</a:t>
            </a:r>
            <a:r>
              <a:rPr lang="en-US" sz="1400" dirty="0"/>
              <a:t> con </a:t>
            </a:r>
            <a:r>
              <a:rPr lang="en-US" sz="1400" dirty="0" err="1"/>
              <a:t>título</a:t>
            </a:r>
            <a:r>
              <a:rPr lang="en-US" sz="1400" dirty="0"/>
              <a:t> + </a:t>
            </a:r>
            <a:r>
              <a:rPr lang="en-US" sz="1400" dirty="0" err="1"/>
              <a:t>contenido</a:t>
            </a:r>
            <a:r>
              <a:rPr lang="en-US" sz="1400" dirty="0"/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Por </a:t>
            </a:r>
            <a:r>
              <a:rPr lang="en-US" sz="1400" b="1" dirty="0" err="1"/>
              <a:t>qué</a:t>
            </a:r>
            <a:r>
              <a:rPr lang="en-US" sz="1400" b="1" dirty="0"/>
              <a:t> </a:t>
            </a:r>
            <a:r>
              <a:rPr lang="en-US" sz="1400" b="1" dirty="0" err="1"/>
              <a:t>existe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Centraliza</a:t>
            </a:r>
            <a:r>
              <a:rPr lang="en-US" sz="1400" dirty="0"/>
              <a:t> </a:t>
            </a:r>
            <a:r>
              <a:rPr lang="en-US" sz="1400" dirty="0" err="1"/>
              <a:t>el</a:t>
            </a:r>
            <a:r>
              <a:rPr lang="en-US" sz="1400" dirty="0"/>
              <a:t> scraping, para </a:t>
            </a:r>
            <a:r>
              <a:rPr lang="en-US" sz="1400" dirty="0" err="1"/>
              <a:t>poder</a:t>
            </a:r>
            <a:r>
              <a:rPr lang="en-US" sz="1400" dirty="0"/>
              <a:t> </a:t>
            </a:r>
            <a:r>
              <a:rPr lang="en-US" sz="1400" dirty="0" err="1"/>
              <a:t>reutilizarlo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la </a:t>
            </a:r>
            <a:r>
              <a:rPr lang="en-US" sz="1400" dirty="0" err="1"/>
              <a:t>portada</a:t>
            </a:r>
            <a:r>
              <a:rPr lang="en-US" sz="1400" dirty="0"/>
              <a:t> y </a:t>
            </a:r>
            <a:r>
              <a:rPr lang="en-US" sz="1400" dirty="0" err="1"/>
              <a:t>en</a:t>
            </a:r>
            <a:r>
              <a:rPr lang="en-US" sz="1400" dirty="0"/>
              <a:t> las </a:t>
            </a:r>
            <a:r>
              <a:rPr lang="en-US" sz="1400" dirty="0" err="1"/>
              <a:t>páginas</a:t>
            </a:r>
            <a:r>
              <a:rPr lang="en-US" sz="1400" dirty="0"/>
              <a:t> </a:t>
            </a:r>
            <a:r>
              <a:rPr lang="en-US" sz="1400" dirty="0" err="1"/>
              <a:t>relevantes</a:t>
            </a:r>
            <a:r>
              <a:rPr lang="en-US" sz="1400" dirty="0"/>
              <a:t> (About, Careers, etc.).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 err="1"/>
              <a:t>Qué</a:t>
            </a:r>
            <a:r>
              <a:rPr lang="en-US" sz="1400" b="1" dirty="0"/>
              <a:t> </a:t>
            </a:r>
            <a:r>
              <a:rPr lang="en-US" sz="1400" b="1" dirty="0" err="1"/>
              <a:t>hacer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Probar</a:t>
            </a:r>
            <a:r>
              <a:rPr lang="en-US" sz="1400" dirty="0"/>
              <a:t> </a:t>
            </a:r>
            <a:r>
              <a:rPr lang="en-US" sz="1400" dirty="0" err="1"/>
              <a:t>rápido</a:t>
            </a:r>
            <a:r>
              <a:rPr lang="en-US" sz="1400" dirty="0"/>
              <a:t> </a:t>
            </a:r>
            <a:r>
              <a:rPr lang="en-US" sz="1400" dirty="0" err="1"/>
              <a:t>el</a:t>
            </a:r>
            <a:r>
              <a:rPr lang="en-US" sz="1400" dirty="0"/>
              <a:t> </a:t>
            </a:r>
            <a:r>
              <a:rPr lang="en-US" sz="1400" dirty="0" err="1"/>
              <a:t>componente</a:t>
            </a:r>
            <a:r>
              <a:rPr lang="en-US" sz="1400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w = Website("https://huggingface.co")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print(</a:t>
            </a:r>
            <a:r>
              <a:rPr lang="en-US" sz="1400" dirty="0" err="1"/>
              <a:t>w.title</a:t>
            </a:r>
            <a:r>
              <a:rPr lang="en-US" sz="1400" dirty="0"/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print(</a:t>
            </a:r>
            <a:r>
              <a:rPr lang="en-US" sz="1400" dirty="0" err="1"/>
              <a:t>len</a:t>
            </a:r>
            <a:r>
              <a:rPr lang="en-US" sz="1400" dirty="0"/>
              <a:t>(</a:t>
            </a:r>
            <a:r>
              <a:rPr lang="en-US" sz="1400" dirty="0" err="1"/>
              <a:t>w.links</a:t>
            </a:r>
            <a:r>
              <a:rPr lang="en-US" sz="1400" dirty="0"/>
              <a:t>), "links </a:t>
            </a:r>
            <a:r>
              <a:rPr lang="en-US" sz="1400" dirty="0" err="1"/>
              <a:t>encontrados</a:t>
            </a:r>
            <a:r>
              <a:rPr lang="en-US" sz="1400" dirty="0"/>
              <a:t>")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print(</a:t>
            </a:r>
            <a:r>
              <a:rPr lang="en-US" sz="1400" dirty="0" err="1"/>
              <a:t>w.dump</a:t>
            </a:r>
            <a:r>
              <a:rPr lang="en-US" sz="1400" dirty="0"/>
              <a:t>()[:500])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 err="1"/>
              <a:t>Captura</a:t>
            </a:r>
            <a:r>
              <a:rPr lang="en-US" sz="1400" b="1" dirty="0"/>
              <a:t> 2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Terminal con </a:t>
            </a:r>
            <a:r>
              <a:rPr lang="en-US" sz="1400" dirty="0" err="1"/>
              <a:t>el</a:t>
            </a:r>
            <a:r>
              <a:rPr lang="en-US" sz="1400" dirty="0"/>
              <a:t> </a:t>
            </a:r>
            <a:r>
              <a:rPr lang="en-US" sz="1400" dirty="0" err="1"/>
              <a:t>título</a:t>
            </a:r>
            <a:r>
              <a:rPr lang="en-US" sz="1400" dirty="0"/>
              <a:t> de la </a:t>
            </a:r>
            <a:r>
              <a:rPr lang="en-US" sz="1400" dirty="0" err="1"/>
              <a:t>página</a:t>
            </a:r>
            <a:r>
              <a:rPr lang="en-US" sz="1400" dirty="0"/>
              <a:t> y </a:t>
            </a:r>
            <a:r>
              <a:rPr lang="en-US" sz="1400" dirty="0" err="1"/>
              <a:t>el</a:t>
            </a:r>
            <a:r>
              <a:rPr lang="en-US" sz="1400" dirty="0"/>
              <a:t> </a:t>
            </a:r>
            <a:r>
              <a:rPr lang="en-US" sz="1400" dirty="0" err="1"/>
              <a:t>conteo</a:t>
            </a:r>
            <a:r>
              <a:rPr lang="en-US" sz="1400" dirty="0"/>
              <a:t> de enlaces.</a:t>
            </a:r>
          </a:p>
        </p:txBody>
      </p:sp>
    </p:spTree>
    <p:extLst>
      <p:ext uri="{BB962C8B-B14F-4D97-AF65-F5344CB8AC3E}">
        <p14:creationId xmlns:p14="http://schemas.microsoft.com/office/powerpoint/2010/main" val="416485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B46659-1A1B-395F-1436-EA5D1D83D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2) Multishot prompting para elegir enlaces (get_links)</a:t>
            </a:r>
            <a:endParaRPr lang="es-ES" sz="40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8E972D-5AAF-0100-23D9-E663260B2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1700" b="1" dirty="0"/>
              <a:t>Código implicado</a:t>
            </a:r>
            <a:endParaRPr lang="es-ES" sz="1700" dirty="0"/>
          </a:p>
          <a:p>
            <a:r>
              <a:rPr lang="es-ES" sz="1700" dirty="0"/>
              <a:t>FEWSHOTS: 2 ejemplos completos (entrada + salida JSON).</a:t>
            </a:r>
          </a:p>
          <a:p>
            <a:r>
              <a:rPr lang="es-ES" sz="1700" dirty="0" err="1"/>
              <a:t>Prompt</a:t>
            </a:r>
            <a:r>
              <a:rPr lang="es-ES" sz="1700" dirty="0"/>
              <a:t> del usuario: lista de enlaces (ya resueltos a URL completas).</a:t>
            </a:r>
          </a:p>
          <a:p>
            <a:r>
              <a:rPr lang="es-ES" sz="1700" dirty="0"/>
              <a:t>Llamada a </a:t>
            </a:r>
            <a:r>
              <a:rPr lang="es-ES" sz="1700" dirty="0" err="1"/>
              <a:t>client.chat.completions.create</a:t>
            </a:r>
            <a:r>
              <a:rPr lang="es-ES" sz="1700" dirty="0"/>
              <a:t>(..., </a:t>
            </a:r>
            <a:r>
              <a:rPr lang="es-ES" sz="1700" dirty="0" err="1"/>
              <a:t>response_format</a:t>
            </a:r>
            <a:r>
              <a:rPr lang="es-ES" sz="1700" dirty="0"/>
              <a:t>={"</a:t>
            </a:r>
            <a:r>
              <a:rPr lang="es-ES" sz="1700" dirty="0" err="1"/>
              <a:t>type</a:t>
            </a:r>
            <a:r>
              <a:rPr lang="es-ES" sz="1700" dirty="0"/>
              <a:t>":"</a:t>
            </a:r>
            <a:r>
              <a:rPr lang="es-ES" sz="1700" dirty="0" err="1"/>
              <a:t>json_object</a:t>
            </a:r>
            <a:r>
              <a:rPr lang="es-ES" sz="1700" dirty="0"/>
              <a:t>"}).</a:t>
            </a:r>
          </a:p>
          <a:p>
            <a:r>
              <a:rPr lang="es-ES" sz="1700" dirty="0"/>
              <a:t>Devuelve [{</a:t>
            </a:r>
            <a:r>
              <a:rPr lang="es-ES" sz="1700" dirty="0" err="1"/>
              <a:t>type,url,score,rationale</a:t>
            </a:r>
            <a:r>
              <a:rPr lang="es-ES" sz="1700" dirty="0"/>
              <a:t>}, ...].</a:t>
            </a:r>
          </a:p>
          <a:p>
            <a:pPr marL="0" indent="0">
              <a:buNone/>
            </a:pPr>
            <a:r>
              <a:rPr lang="es-ES" sz="1700" b="1" dirty="0"/>
              <a:t>Por qué existe</a:t>
            </a:r>
            <a:endParaRPr lang="es-ES" sz="1700" dirty="0"/>
          </a:p>
          <a:p>
            <a:r>
              <a:rPr lang="es-ES" sz="1700" dirty="0"/>
              <a:t>El </a:t>
            </a:r>
            <a:r>
              <a:rPr lang="es-ES" sz="1700" b="1" dirty="0" err="1"/>
              <a:t>multishot</a:t>
            </a:r>
            <a:r>
              <a:rPr lang="es-ES" sz="1700" dirty="0"/>
              <a:t> reduce la aleatoriedad y fija el </a:t>
            </a:r>
            <a:r>
              <a:rPr lang="es-ES" sz="1700" b="1" dirty="0"/>
              <a:t>formato JSON</a:t>
            </a:r>
            <a:r>
              <a:rPr lang="es-ES" sz="1700" dirty="0"/>
              <a:t> que queremos (tipo de enlace, URL y motivo). Así el paso siguiente sabe exactamente qué páginas visitar.</a:t>
            </a:r>
          </a:p>
          <a:p>
            <a:pPr marL="0" indent="0">
              <a:buNone/>
            </a:pPr>
            <a:r>
              <a:rPr lang="es-ES" sz="1700" b="1" dirty="0"/>
              <a:t>Qué hacen los alumnos</a:t>
            </a:r>
            <a:endParaRPr lang="es-ES" sz="1700" dirty="0"/>
          </a:p>
          <a:p>
            <a:r>
              <a:rPr lang="es-ES" sz="1700" dirty="0"/>
              <a:t>Llamar a </a:t>
            </a:r>
            <a:r>
              <a:rPr lang="es-ES" sz="1700" dirty="0" err="1"/>
              <a:t>get_links</a:t>
            </a:r>
            <a:r>
              <a:rPr lang="es-ES" sz="1700" dirty="0"/>
              <a:t>() de forma aislada para ver el JSON:</a:t>
            </a:r>
          </a:p>
          <a:p>
            <a:r>
              <a:rPr lang="es-ES" sz="1700" dirty="0" err="1"/>
              <a:t>print</a:t>
            </a:r>
            <a:r>
              <a:rPr lang="es-ES" sz="1700" dirty="0"/>
              <a:t>(</a:t>
            </a:r>
            <a:r>
              <a:rPr lang="es-ES" sz="1700" dirty="0" err="1"/>
              <a:t>get_links</a:t>
            </a:r>
            <a:r>
              <a:rPr lang="es-ES" sz="1700" dirty="0"/>
              <a:t>("https://huggingface.co"))</a:t>
            </a:r>
          </a:p>
          <a:p>
            <a:pPr marL="0" indent="0">
              <a:buNone/>
            </a:pPr>
            <a:r>
              <a:rPr lang="es-ES" sz="1700" b="1" dirty="0"/>
              <a:t>Captura 3</a:t>
            </a:r>
            <a:endParaRPr lang="es-ES" sz="1700" dirty="0"/>
          </a:p>
          <a:p>
            <a:r>
              <a:rPr lang="es-ES" sz="1700" dirty="0"/>
              <a:t>Terminal mostrando un JSON con “links” y varios objetos con </a:t>
            </a:r>
            <a:r>
              <a:rPr lang="es-ES" sz="1700" dirty="0" err="1"/>
              <a:t>type</a:t>
            </a:r>
            <a:r>
              <a:rPr lang="es-ES" sz="1700" dirty="0"/>
              <a:t>, </a:t>
            </a:r>
            <a:r>
              <a:rPr lang="es-ES" sz="1700" dirty="0" err="1"/>
              <a:t>url</a:t>
            </a:r>
            <a:r>
              <a:rPr lang="es-ES" sz="1700" dirty="0"/>
              <a:t>, score, </a:t>
            </a:r>
            <a:r>
              <a:rPr lang="es-ES" sz="1700" dirty="0" err="1"/>
              <a:t>rationale</a:t>
            </a:r>
            <a:r>
              <a:rPr lang="es-ES" sz="1700" dirty="0"/>
              <a:t>.</a:t>
            </a:r>
          </a:p>
          <a:p>
            <a:endParaRPr lang="es-ES" sz="1700" dirty="0"/>
          </a:p>
        </p:txBody>
      </p:sp>
    </p:spTree>
    <p:extLst>
      <p:ext uri="{BB962C8B-B14F-4D97-AF65-F5344CB8AC3E}">
        <p14:creationId xmlns:p14="http://schemas.microsoft.com/office/powerpoint/2010/main" val="3974360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899CC3-AEA0-6AA5-1DD7-C892CA524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CB46CC-8A7D-32CC-DADF-4842840C8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 b="1">
                <a:solidFill>
                  <a:srgbClr val="FFFFFF"/>
                </a:solidFill>
              </a:rPr>
              <a:t>3) _details: reúne contenido de portada + páginas relevantes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2A118B-3FEC-519A-1BFA-2EF63BFA5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1900" b="1" dirty="0"/>
              <a:t>Código implicado</a:t>
            </a:r>
            <a:endParaRPr lang="es-ES" sz="1900" dirty="0"/>
          </a:p>
          <a:p>
            <a:r>
              <a:rPr lang="es-ES" sz="1900" dirty="0"/>
              <a:t>Llama a </a:t>
            </a:r>
            <a:r>
              <a:rPr lang="es-ES" sz="1900" dirty="0" err="1"/>
              <a:t>Website</a:t>
            </a:r>
            <a:r>
              <a:rPr lang="es-ES" sz="1900" dirty="0"/>
              <a:t>(</a:t>
            </a:r>
            <a:r>
              <a:rPr lang="es-ES" sz="1900" dirty="0" err="1"/>
              <a:t>url</a:t>
            </a:r>
            <a:r>
              <a:rPr lang="es-ES" sz="1900" dirty="0"/>
              <a:t>) para la </a:t>
            </a:r>
            <a:r>
              <a:rPr lang="es-ES" sz="1900" b="1" dirty="0" err="1"/>
              <a:t>landing</a:t>
            </a:r>
            <a:r>
              <a:rPr lang="es-ES" sz="1900" dirty="0"/>
              <a:t>.</a:t>
            </a:r>
          </a:p>
          <a:p>
            <a:r>
              <a:rPr lang="es-ES" sz="1900" dirty="0"/>
              <a:t>Pide </a:t>
            </a:r>
            <a:r>
              <a:rPr lang="es-ES" sz="1900" dirty="0" err="1"/>
              <a:t>get_links</a:t>
            </a:r>
            <a:r>
              <a:rPr lang="es-ES" sz="1900" dirty="0"/>
              <a:t>(</a:t>
            </a:r>
            <a:r>
              <a:rPr lang="es-ES" sz="1900" dirty="0" err="1"/>
              <a:t>url</a:t>
            </a:r>
            <a:r>
              <a:rPr lang="es-ES" sz="1900" dirty="0"/>
              <a:t>), recorre cada URL relevante y descarga su contenido.</a:t>
            </a:r>
          </a:p>
          <a:p>
            <a:r>
              <a:rPr lang="es-ES" sz="1900" dirty="0"/>
              <a:t>Devuelve un texto grande (recortado a </a:t>
            </a:r>
            <a:r>
              <a:rPr lang="es-ES" sz="1900" dirty="0" err="1"/>
              <a:t>max_chars</a:t>
            </a:r>
            <a:r>
              <a:rPr lang="es-ES" sz="1900" dirty="0"/>
              <a:t>).</a:t>
            </a:r>
          </a:p>
          <a:p>
            <a:pPr marL="0" indent="0">
              <a:buNone/>
            </a:pPr>
            <a:r>
              <a:rPr lang="es-ES" sz="1900" b="1" dirty="0"/>
              <a:t>Por qué existe</a:t>
            </a:r>
            <a:endParaRPr lang="es-ES" sz="1900" dirty="0"/>
          </a:p>
          <a:p>
            <a:r>
              <a:rPr lang="es-ES" sz="1900" dirty="0"/>
              <a:t>Crea un </a:t>
            </a:r>
            <a:r>
              <a:rPr lang="es-ES" sz="1900" b="1" dirty="0"/>
              <a:t>paquete de contexto</a:t>
            </a:r>
            <a:r>
              <a:rPr lang="es-ES" sz="1900" dirty="0"/>
              <a:t> para la generación del folleto (una sola “gran entrada” con todo lo útil).</a:t>
            </a:r>
          </a:p>
          <a:p>
            <a:r>
              <a:rPr lang="es-ES" sz="1900" b="1" dirty="0"/>
              <a:t>Qué hacer</a:t>
            </a:r>
            <a:endParaRPr lang="es-ES" sz="1900" dirty="0"/>
          </a:p>
          <a:p>
            <a:r>
              <a:rPr lang="es-ES" sz="1900" dirty="0"/>
              <a:t>Probar:</a:t>
            </a:r>
          </a:p>
          <a:p>
            <a:r>
              <a:rPr lang="es-ES" sz="1900" dirty="0" err="1"/>
              <a:t>print</a:t>
            </a:r>
            <a:r>
              <a:rPr lang="es-ES" sz="1900" dirty="0"/>
              <a:t>(_</a:t>
            </a:r>
            <a:r>
              <a:rPr lang="es-ES" sz="1900" dirty="0" err="1"/>
              <a:t>details</a:t>
            </a:r>
            <a:r>
              <a:rPr lang="es-ES" sz="1900" dirty="0"/>
              <a:t>("https://huggingface.co")[:1000])</a:t>
            </a:r>
          </a:p>
          <a:p>
            <a:pPr marL="0" indent="0">
              <a:buNone/>
            </a:pPr>
            <a:r>
              <a:rPr lang="es-ES" sz="1900" b="1" dirty="0"/>
              <a:t>Captura 4</a:t>
            </a:r>
            <a:endParaRPr lang="es-ES" sz="1900" dirty="0"/>
          </a:p>
          <a:p>
            <a:r>
              <a:rPr lang="es-ES" sz="1900" dirty="0"/>
              <a:t>Terminal con “</a:t>
            </a:r>
            <a:r>
              <a:rPr lang="es-ES" sz="1900" dirty="0" err="1"/>
              <a:t>Landing</a:t>
            </a:r>
            <a:r>
              <a:rPr lang="es-ES" sz="1900" dirty="0"/>
              <a:t> page:” y luego fragmentos de texto de varias secciones (</a:t>
            </a:r>
            <a:r>
              <a:rPr lang="es-ES" sz="1900" dirty="0" err="1"/>
              <a:t>About</a:t>
            </a:r>
            <a:r>
              <a:rPr lang="es-ES" sz="1900" dirty="0"/>
              <a:t>/</a:t>
            </a:r>
            <a:r>
              <a:rPr lang="es-ES" sz="1900" dirty="0" err="1"/>
              <a:t>Careers</a:t>
            </a:r>
            <a:r>
              <a:rPr lang="es-ES" sz="1900" dirty="0"/>
              <a:t>/etc.).</a:t>
            </a:r>
            <a:br>
              <a:rPr lang="es-ES" sz="1900" dirty="0"/>
            </a:br>
            <a:r>
              <a:rPr lang="es-ES" sz="1900" dirty="0"/>
              <a:t>Si aparece un error de descarga, se ve entre corchetes (sirve de prueba).</a:t>
            </a:r>
          </a:p>
          <a:p>
            <a:endParaRPr lang="es-ES" sz="1900" dirty="0"/>
          </a:p>
        </p:txBody>
      </p:sp>
    </p:spTree>
    <p:extLst>
      <p:ext uri="{BB962C8B-B14F-4D97-AF65-F5344CB8AC3E}">
        <p14:creationId xmlns:p14="http://schemas.microsoft.com/office/powerpoint/2010/main" val="2753231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2C85C4-F8A2-4414-350C-E867B1748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19C310-4DE8-4B00-C67B-2CF40D5E5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400">
                <a:solidFill>
                  <a:srgbClr val="FFFFFF"/>
                </a:solidFill>
              </a:rPr>
              <a:t>4) create_brochure: genera el folleto “listo para imprimir”</a:t>
            </a:r>
            <a:endParaRPr lang="es-ES" sz="3400" b="1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538B87-567C-5B11-C4D2-3DB29DA7E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s-ES" sz="1500" b="1" dirty="0"/>
              <a:t>Código implicado</a:t>
            </a:r>
            <a:endParaRPr lang="es-ES" sz="1500" dirty="0"/>
          </a:p>
          <a:p>
            <a:r>
              <a:rPr lang="es-ES" sz="1500" dirty="0"/>
              <a:t>SECTIONS: lista fija de secciones (Resumen, Propuesta de valor, etc.).</a:t>
            </a:r>
          </a:p>
          <a:p>
            <a:r>
              <a:rPr lang="es-ES" sz="1500" dirty="0"/>
              <a:t>BROCHURE_SYS: </a:t>
            </a:r>
            <a:r>
              <a:rPr lang="es-ES" sz="1500" dirty="0" err="1"/>
              <a:t>system</a:t>
            </a:r>
            <a:r>
              <a:rPr lang="es-ES" sz="1500" dirty="0"/>
              <a:t> </a:t>
            </a:r>
            <a:r>
              <a:rPr lang="es-ES" sz="1500" dirty="0" err="1"/>
              <a:t>prompt</a:t>
            </a:r>
            <a:r>
              <a:rPr lang="es-ES" sz="1500" dirty="0"/>
              <a:t> que </a:t>
            </a:r>
            <a:r>
              <a:rPr lang="es-ES" sz="1500" b="1" dirty="0"/>
              <a:t>obliga</a:t>
            </a:r>
            <a:r>
              <a:rPr lang="es-ES" sz="1500" dirty="0"/>
              <a:t> a secciones con ## y a no inventar datos.</a:t>
            </a:r>
          </a:p>
          <a:p>
            <a:r>
              <a:rPr lang="es-ES" sz="1500" dirty="0"/>
              <a:t>Construye un </a:t>
            </a:r>
            <a:r>
              <a:rPr lang="es-ES" sz="1500" dirty="0" err="1"/>
              <a:t>user</a:t>
            </a:r>
            <a:r>
              <a:rPr lang="es-ES" sz="1500" dirty="0"/>
              <a:t> </a:t>
            </a:r>
            <a:r>
              <a:rPr lang="es-ES" sz="1500" dirty="0" err="1"/>
              <a:t>prompt</a:t>
            </a:r>
            <a:r>
              <a:rPr lang="es-ES" sz="1500" dirty="0"/>
              <a:t> con:</a:t>
            </a:r>
          </a:p>
          <a:p>
            <a:pPr lvl="1"/>
            <a:r>
              <a:rPr lang="es-ES" sz="1500" dirty="0"/>
              <a:t>Compañía, idioma, formato, tono.</a:t>
            </a:r>
          </a:p>
          <a:p>
            <a:pPr lvl="1"/>
            <a:r>
              <a:rPr lang="es-ES" sz="1500" dirty="0"/>
              <a:t>Estructura de secciones.</a:t>
            </a:r>
          </a:p>
          <a:p>
            <a:pPr lvl="1"/>
            <a:r>
              <a:rPr lang="es-ES" sz="1500" dirty="0"/>
              <a:t>El contexto de _</a:t>
            </a:r>
            <a:r>
              <a:rPr lang="es-ES" sz="1500" dirty="0" err="1"/>
              <a:t>details</a:t>
            </a:r>
            <a:r>
              <a:rPr lang="es-ES" sz="1500" dirty="0"/>
              <a:t>(</a:t>
            </a:r>
            <a:r>
              <a:rPr lang="es-ES" sz="1500" dirty="0" err="1"/>
              <a:t>url</a:t>
            </a:r>
            <a:r>
              <a:rPr lang="es-ES" sz="1500" dirty="0"/>
              <a:t>).</a:t>
            </a:r>
          </a:p>
          <a:p>
            <a:r>
              <a:rPr lang="es-ES" sz="1500" dirty="0"/>
              <a:t>Llama al modelo y devuelve el </a:t>
            </a:r>
            <a:r>
              <a:rPr lang="es-ES" sz="1500" b="1" dirty="0" err="1"/>
              <a:t>Markdown</a:t>
            </a:r>
            <a:r>
              <a:rPr lang="es-ES" sz="1500" dirty="0"/>
              <a:t> (o HTML si lo pides).</a:t>
            </a:r>
          </a:p>
          <a:p>
            <a:pPr marL="0" indent="0">
              <a:buNone/>
            </a:pPr>
            <a:r>
              <a:rPr lang="es-ES" sz="1500" b="1" dirty="0"/>
              <a:t>Por qué existe</a:t>
            </a:r>
            <a:endParaRPr lang="es-ES" sz="1500" dirty="0"/>
          </a:p>
          <a:p>
            <a:r>
              <a:rPr lang="es-ES" sz="1500" dirty="0"/>
              <a:t>Nos asegura </a:t>
            </a:r>
            <a:r>
              <a:rPr lang="es-ES" sz="1500" b="1" dirty="0"/>
              <a:t>formato predecible</a:t>
            </a:r>
            <a:r>
              <a:rPr lang="es-ES" sz="1500" dirty="0"/>
              <a:t> para imprimir, compartir o convertir a PDF.</a:t>
            </a:r>
          </a:p>
          <a:p>
            <a:pPr marL="0" indent="0">
              <a:buNone/>
            </a:pPr>
            <a:r>
              <a:rPr lang="es-ES" sz="1500" b="1" dirty="0"/>
              <a:t>Qué hacen los alumnos</a:t>
            </a:r>
            <a:endParaRPr lang="es-ES" sz="1500" dirty="0"/>
          </a:p>
          <a:p>
            <a:r>
              <a:rPr lang="es-ES" sz="1500" dirty="0"/>
              <a:t>Generar el folleto en español:</a:t>
            </a:r>
          </a:p>
          <a:p>
            <a:r>
              <a:rPr lang="es-ES" sz="1500" dirty="0" err="1"/>
              <a:t>brochure_es</a:t>
            </a:r>
            <a:r>
              <a:rPr lang="es-ES" sz="1500" dirty="0"/>
              <a:t> = </a:t>
            </a:r>
            <a:r>
              <a:rPr lang="es-ES" sz="1500" dirty="0" err="1"/>
              <a:t>create_brochure</a:t>
            </a:r>
            <a:r>
              <a:rPr lang="es-ES" sz="1500" dirty="0"/>
              <a:t>("</a:t>
            </a:r>
            <a:r>
              <a:rPr lang="es-ES" sz="1500" dirty="0" err="1"/>
              <a:t>HuggingFace</a:t>
            </a:r>
            <a:r>
              <a:rPr lang="es-ES" sz="1500" dirty="0"/>
              <a:t>","https://huggingface.co", idioma="es", formato="</a:t>
            </a:r>
            <a:r>
              <a:rPr lang="es-ES" sz="1500" dirty="0" err="1"/>
              <a:t>markdown</a:t>
            </a:r>
            <a:r>
              <a:rPr lang="es-ES" sz="1500" dirty="0"/>
              <a:t>", tono="claro y directo")</a:t>
            </a:r>
          </a:p>
          <a:p>
            <a:r>
              <a:rPr lang="es-ES" sz="1500" dirty="0" err="1"/>
              <a:t>print</a:t>
            </a:r>
            <a:r>
              <a:rPr lang="es-ES" sz="1500" dirty="0"/>
              <a:t>(</a:t>
            </a:r>
            <a:r>
              <a:rPr lang="es-ES" sz="1500" dirty="0" err="1"/>
              <a:t>brochure_es</a:t>
            </a:r>
            <a:r>
              <a:rPr lang="es-ES" sz="1500" dirty="0"/>
              <a:t>[:1200])</a:t>
            </a:r>
          </a:p>
          <a:p>
            <a:r>
              <a:rPr lang="es-ES" sz="1500" dirty="0"/>
              <a:t>(Opcional) pedir HTML:</a:t>
            </a:r>
          </a:p>
          <a:p>
            <a:r>
              <a:rPr lang="es-ES" sz="1500" dirty="0" err="1"/>
              <a:t>brochure_html</a:t>
            </a:r>
            <a:r>
              <a:rPr lang="es-ES" sz="1500" dirty="0"/>
              <a:t> = </a:t>
            </a:r>
            <a:r>
              <a:rPr lang="es-ES" sz="1500" dirty="0" err="1"/>
              <a:t>create_brochure</a:t>
            </a:r>
            <a:r>
              <a:rPr lang="es-ES" sz="1500" dirty="0"/>
              <a:t>("</a:t>
            </a:r>
            <a:r>
              <a:rPr lang="es-ES" sz="1500" dirty="0" err="1"/>
              <a:t>HuggingFace</a:t>
            </a:r>
            <a:r>
              <a:rPr lang="es-ES" sz="1500" dirty="0"/>
              <a:t>","https://huggingface.co", idioma="es", formato="</a:t>
            </a:r>
            <a:r>
              <a:rPr lang="es-ES" sz="1500" dirty="0" err="1"/>
              <a:t>html</a:t>
            </a:r>
            <a:r>
              <a:rPr lang="es-ES" sz="1500" dirty="0"/>
              <a:t>")</a:t>
            </a:r>
          </a:p>
          <a:p>
            <a:pPr marL="0" indent="0">
              <a:buNone/>
            </a:pPr>
            <a:r>
              <a:rPr lang="es-ES" sz="1500" b="1" dirty="0"/>
              <a:t>Captura 5</a:t>
            </a:r>
            <a:endParaRPr lang="es-ES" sz="1500" dirty="0"/>
          </a:p>
          <a:p>
            <a:r>
              <a:rPr lang="es-ES" sz="1500" dirty="0"/>
              <a:t>Terminal (o editor </a:t>
            </a:r>
            <a:r>
              <a:rPr lang="es-ES" sz="1500" dirty="0" err="1"/>
              <a:t>Markdown</a:t>
            </a:r>
            <a:r>
              <a:rPr lang="es-ES" sz="1500" dirty="0"/>
              <a:t>) con el folleto: encabezados ## de las secciones y listas de viñetas.</a:t>
            </a:r>
          </a:p>
          <a:p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2353918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6777C-D5CF-A51D-A201-06273A770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D34B47F-58AA-914A-947F-ABFEAF5FE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2800">
                <a:solidFill>
                  <a:srgbClr val="FFFFFF"/>
                </a:solidFill>
              </a:rPr>
              <a:t>5) translate_brochure: tercera llamada para traducir</a:t>
            </a:r>
            <a:endParaRPr lang="es-ES" sz="2800" b="1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5D5B49-296C-829C-337A-B6C5F16B1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000" b="1" dirty="0"/>
              <a:t>Código implicado</a:t>
            </a:r>
            <a:endParaRPr lang="es-ES" sz="2000" dirty="0"/>
          </a:p>
          <a:p>
            <a:r>
              <a:rPr lang="es-ES" sz="2000" dirty="0" err="1"/>
              <a:t>System</a:t>
            </a:r>
            <a:r>
              <a:rPr lang="es-ES" sz="2000" dirty="0"/>
              <a:t> </a:t>
            </a:r>
            <a:r>
              <a:rPr lang="es-ES" sz="2000" dirty="0" err="1"/>
              <a:t>prompt</a:t>
            </a:r>
            <a:r>
              <a:rPr lang="es-ES" sz="2000" dirty="0"/>
              <a:t> de traductor (“preserva </a:t>
            </a:r>
            <a:r>
              <a:rPr lang="es-ES" sz="2000" dirty="0" err="1"/>
              <a:t>Markdown</a:t>
            </a:r>
            <a:r>
              <a:rPr lang="es-ES" sz="2000" dirty="0"/>
              <a:t>/HTML”).</a:t>
            </a:r>
          </a:p>
          <a:p>
            <a:r>
              <a:rPr lang="es-ES" sz="2000" dirty="0"/>
              <a:t>Pasa el texto generado y el idioma destino (p. ej., en).</a:t>
            </a:r>
          </a:p>
          <a:p>
            <a:pPr marL="0" indent="0">
              <a:buNone/>
            </a:pPr>
            <a:r>
              <a:rPr lang="es-ES" sz="2000" b="1" dirty="0"/>
              <a:t>Por qué existe</a:t>
            </a:r>
            <a:endParaRPr lang="es-ES" sz="2000" dirty="0"/>
          </a:p>
          <a:p>
            <a:r>
              <a:rPr lang="es-ES" sz="2000" dirty="0"/>
              <a:t>Practicar </a:t>
            </a:r>
            <a:r>
              <a:rPr lang="es-ES" sz="2000" b="1" dirty="0"/>
              <a:t>múltiples llamadas</a:t>
            </a:r>
            <a:r>
              <a:rPr lang="es-ES" sz="2000" dirty="0"/>
              <a:t> con </a:t>
            </a:r>
            <a:r>
              <a:rPr lang="es-ES" sz="2000" b="1" dirty="0"/>
              <a:t>roles distintos</a:t>
            </a:r>
            <a:r>
              <a:rPr lang="es-ES" sz="2000" dirty="0"/>
              <a:t>: generación vs. traducción. Si se quisiera, aquí podrías cambiar a otro modelo especializado en traducción.</a:t>
            </a:r>
          </a:p>
          <a:p>
            <a:pPr marL="0" indent="0">
              <a:buNone/>
            </a:pPr>
            <a:r>
              <a:rPr lang="es-ES" sz="2000" b="1" dirty="0"/>
              <a:t>Qué hacer</a:t>
            </a:r>
          </a:p>
          <a:p>
            <a:r>
              <a:rPr lang="es-ES" sz="2000" dirty="0" err="1"/>
              <a:t>brochure_en</a:t>
            </a:r>
            <a:r>
              <a:rPr lang="es-ES" sz="2000" dirty="0"/>
              <a:t> = </a:t>
            </a:r>
            <a:r>
              <a:rPr lang="es-ES" sz="2000" dirty="0" err="1"/>
              <a:t>translate_brochure</a:t>
            </a:r>
            <a:r>
              <a:rPr lang="es-ES" sz="2000" dirty="0"/>
              <a:t>(</a:t>
            </a:r>
            <a:r>
              <a:rPr lang="es-ES" sz="2000" dirty="0" err="1"/>
              <a:t>brochure_es</a:t>
            </a:r>
            <a:r>
              <a:rPr lang="es-ES" sz="2000" dirty="0"/>
              <a:t>, "en")</a:t>
            </a:r>
          </a:p>
          <a:p>
            <a:r>
              <a:rPr lang="es-ES" sz="2000" dirty="0" err="1"/>
              <a:t>print</a:t>
            </a:r>
            <a:r>
              <a:rPr lang="es-ES" sz="2000" dirty="0"/>
              <a:t>(</a:t>
            </a:r>
            <a:r>
              <a:rPr lang="es-ES" sz="2000" dirty="0" err="1"/>
              <a:t>brochure_en</a:t>
            </a:r>
            <a:r>
              <a:rPr lang="es-ES" sz="2000" dirty="0"/>
              <a:t>[:1200])</a:t>
            </a:r>
          </a:p>
          <a:p>
            <a:pPr marL="0" indent="0">
              <a:buNone/>
            </a:pPr>
            <a:r>
              <a:rPr lang="es-ES" sz="2000" b="1" dirty="0"/>
              <a:t>Captura 6</a:t>
            </a:r>
            <a:endParaRPr lang="es-ES" sz="2000" dirty="0"/>
          </a:p>
          <a:p>
            <a:r>
              <a:rPr lang="es-ES" sz="2000" dirty="0"/>
              <a:t>Terminal con el mismo folleto </a:t>
            </a:r>
            <a:r>
              <a:rPr lang="es-ES" sz="2000" b="1" dirty="0"/>
              <a:t>en inglés</a:t>
            </a:r>
            <a:r>
              <a:rPr lang="es-ES" sz="2000" dirty="0"/>
              <a:t> (se respetan secciones y formato).</a:t>
            </a:r>
          </a:p>
          <a:p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2826353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6F3377-A5E2-C451-07E0-B2B086887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24DD27-0EB3-8187-1771-7962AE1A7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 b="1">
                <a:solidFill>
                  <a:srgbClr val="FFFFFF"/>
                </a:solidFill>
              </a:rPr>
              <a:t>6) Bloque if __name__ == "__main__": (ejecución de punta a punta)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E89D90-C145-BAC1-F125-83F014ED3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000" b="1" dirty="0"/>
              <a:t>Qué hace</a:t>
            </a:r>
            <a:endParaRPr lang="es-ES" sz="2000" dirty="0"/>
          </a:p>
          <a:p>
            <a:r>
              <a:rPr lang="es-ES" sz="2000" dirty="0"/>
              <a:t>Ejecuta el flujo completo:</a:t>
            </a:r>
          </a:p>
          <a:p>
            <a:pPr lvl="1"/>
            <a:r>
              <a:rPr lang="es-ES" sz="2000" dirty="0"/>
              <a:t>Reúne detalles de la web.</a:t>
            </a:r>
          </a:p>
          <a:p>
            <a:pPr lvl="1"/>
            <a:r>
              <a:rPr lang="es-ES" sz="2000" dirty="0"/>
              <a:t>Genera el folleto en español.</a:t>
            </a:r>
          </a:p>
          <a:p>
            <a:pPr lvl="1"/>
            <a:r>
              <a:rPr lang="es-ES" sz="2000" dirty="0"/>
              <a:t>Lo traduce al inglés.</a:t>
            </a:r>
          </a:p>
          <a:p>
            <a:pPr marL="0" indent="0">
              <a:buNone/>
            </a:pPr>
            <a:r>
              <a:rPr lang="es-ES" sz="2000" b="1" dirty="0"/>
              <a:t>Qué hacer</a:t>
            </a:r>
            <a:endParaRPr lang="es-ES" sz="2000" dirty="0"/>
          </a:p>
          <a:p>
            <a:r>
              <a:rPr lang="es-ES" sz="2000" dirty="0"/>
              <a:t>Ejecutar el script tal cual:</a:t>
            </a:r>
          </a:p>
          <a:p>
            <a:r>
              <a:rPr lang="es-ES" sz="2000" dirty="0" err="1"/>
              <a:t>python</a:t>
            </a:r>
            <a:r>
              <a:rPr lang="es-ES" sz="2000" dirty="0"/>
              <a:t> tu_archivo.py</a:t>
            </a:r>
          </a:p>
          <a:p>
            <a:pPr marL="0" indent="0">
              <a:buNone/>
            </a:pPr>
            <a:r>
              <a:rPr lang="es-ES" sz="2000" b="1" dirty="0"/>
              <a:t>Captura 7</a:t>
            </a:r>
            <a:endParaRPr lang="es-ES" sz="2000" dirty="0"/>
          </a:p>
          <a:p>
            <a:r>
              <a:rPr lang="es-ES" sz="2000" dirty="0"/>
              <a:t>Terminal mostrando primero el folleto en español (recortado si imprimes parte), luego la traducción.</a:t>
            </a:r>
          </a:p>
          <a:p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2052998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D42739-2C79-7527-C633-07C27042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5B8B2C-80A8-E9BF-5775-F8FC84466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 b="1">
                <a:solidFill>
                  <a:srgbClr val="FFFFFF"/>
                </a:solidFill>
              </a:rPr>
              <a:t>7) Mini mapa mental del flujo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8882E1-67D2-B743-A4C5-37A77BF728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Scraping</a:t>
            </a: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→ </a:t>
            </a: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Website(url)</a:t>
            </a:r>
            <a:endParaRPr kumimoji="0" lang="es-ES" altLang="es-ES" sz="20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Multishot</a:t>
            </a: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→ </a:t>
            </a: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get_links(url)</a:t>
            </a: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</a:rPr>
              <a:t> → JSON de enlaces relevantes</a:t>
            </a:r>
            <a:endParaRPr kumimoji="0" lang="es-ES" altLang="es-E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Contexto</a:t>
            </a: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→ </a:t>
            </a: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_details(url)</a:t>
            </a: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</a:rPr>
              <a:t> (landing + relevantes)</a:t>
            </a:r>
            <a:endParaRPr kumimoji="0" lang="es-ES" altLang="es-E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Folleto</a:t>
            </a: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→ </a:t>
            </a: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create_brochure(...)</a:t>
            </a: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</a:rPr>
              <a:t> (secciones fijas)</a:t>
            </a:r>
            <a:endParaRPr kumimoji="0" lang="es-ES" altLang="es-E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Traducción</a:t>
            </a: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→ </a:t>
            </a: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translate_brochure(...)</a:t>
            </a:r>
            <a:endParaRPr kumimoji="0" lang="es-ES" altLang="es-E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568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B17107-182E-FB3F-7131-8EF073C7C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E5B664-53C7-941B-C467-3FFFF078E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 b="1">
                <a:solidFill>
                  <a:srgbClr val="FFFFFF"/>
                </a:solidFill>
              </a:rPr>
              <a:t>8) Mini mapa mental del flujo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88B17C-103D-2FE2-4E99-A3FB429845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s-ES" sz="2000" b="1" dirty="0" err="1"/>
              <a:t>Tips</a:t>
            </a:r>
            <a:r>
              <a:rPr lang="es-ES" sz="2000" b="1" dirty="0"/>
              <a:t> de clase / evaluación rápida</a:t>
            </a:r>
          </a:p>
          <a:p>
            <a:r>
              <a:rPr lang="es-ES" sz="2000" b="1" dirty="0"/>
              <a:t>Éxito mínimo</a:t>
            </a:r>
            <a:r>
              <a:rPr lang="es-ES" sz="2000" dirty="0"/>
              <a:t>: que obtengan un JSON de enlaces válido y un folleto con todas las secciones.</a:t>
            </a:r>
          </a:p>
          <a:p>
            <a:r>
              <a:rPr lang="es-ES" sz="2000" b="1" dirty="0"/>
              <a:t>Plus</a:t>
            </a:r>
            <a:r>
              <a:rPr lang="es-ES" sz="2000" dirty="0"/>
              <a:t>: que prueben formato="</a:t>
            </a:r>
            <a:r>
              <a:rPr lang="es-ES" sz="2000" dirty="0" err="1"/>
              <a:t>html</a:t>
            </a:r>
            <a:r>
              <a:rPr lang="es-ES" sz="2000" dirty="0"/>
              <a:t>" y guarden a archivo .</a:t>
            </a:r>
            <a:r>
              <a:rPr lang="es-ES" sz="2000" dirty="0" err="1"/>
              <a:t>html</a:t>
            </a:r>
            <a:r>
              <a:rPr lang="es-ES" sz="2000" dirty="0"/>
              <a:t> para abrir en el navegador.</a:t>
            </a:r>
          </a:p>
          <a:p>
            <a:r>
              <a:rPr lang="es-ES" sz="2000" b="1" dirty="0"/>
              <a:t>Errores comunes</a:t>
            </a:r>
            <a:r>
              <a:rPr lang="es-ES" sz="2000" dirty="0"/>
              <a:t>:</a:t>
            </a:r>
          </a:p>
          <a:p>
            <a:pPr lvl="1"/>
            <a:r>
              <a:rPr lang="es-ES" sz="2000" dirty="0"/>
              <a:t>API </a:t>
            </a:r>
            <a:r>
              <a:rPr lang="es-ES" sz="2000" dirty="0" err="1"/>
              <a:t>key</a:t>
            </a:r>
            <a:r>
              <a:rPr lang="es-ES" sz="2000" dirty="0"/>
              <a:t> no cargada → revisar .</a:t>
            </a:r>
            <a:r>
              <a:rPr lang="es-ES" sz="2000" dirty="0" err="1"/>
              <a:t>env</a:t>
            </a:r>
            <a:r>
              <a:rPr lang="es-ES" sz="2000" dirty="0"/>
              <a:t>.</a:t>
            </a:r>
          </a:p>
          <a:p>
            <a:pPr lvl="1"/>
            <a:r>
              <a:rPr lang="es-ES" sz="2000" dirty="0"/>
              <a:t>Sitios que bloquean </a:t>
            </a:r>
            <a:r>
              <a:rPr lang="es-ES" sz="2000" dirty="0" err="1"/>
              <a:t>scraping</a:t>
            </a:r>
            <a:r>
              <a:rPr lang="es-ES" sz="2000" dirty="0"/>
              <a:t> → probar otra URL o añadir </a:t>
            </a:r>
            <a:r>
              <a:rPr lang="es-ES" sz="2000" dirty="0" err="1"/>
              <a:t>timeout</a:t>
            </a:r>
            <a:r>
              <a:rPr lang="es-ES" sz="2000" dirty="0"/>
              <a:t> mayor.</a:t>
            </a:r>
          </a:p>
          <a:p>
            <a:pPr lvl="1"/>
            <a:r>
              <a:rPr lang="es-ES" sz="2000" dirty="0"/>
              <a:t>Modelo que no permite </a:t>
            </a:r>
            <a:r>
              <a:rPr lang="es-ES" sz="2000" dirty="0" err="1"/>
              <a:t>temperature</a:t>
            </a:r>
            <a:r>
              <a:rPr lang="es-ES" sz="2000" dirty="0"/>
              <a:t> → no pasar </a:t>
            </a:r>
            <a:r>
              <a:rPr lang="es-ES" sz="2000" dirty="0" err="1"/>
              <a:t>temperature</a:t>
            </a:r>
            <a:r>
              <a:rPr lang="es-ES" sz="2000" dirty="0"/>
              <a:t> con gpt-5-nano.</a:t>
            </a:r>
          </a:p>
        </p:txBody>
      </p:sp>
    </p:spTree>
    <p:extLst>
      <p:ext uri="{BB962C8B-B14F-4D97-AF65-F5344CB8AC3E}">
        <p14:creationId xmlns:p14="http://schemas.microsoft.com/office/powerpoint/2010/main" val="3797865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3658C-1C56-5526-4BDF-F6532C3D1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37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39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4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43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3" name="Rectangle 4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31C854-B10D-CB32-55DE-A5986CEE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 b="1">
                <a:solidFill>
                  <a:srgbClr val="FFFFFF"/>
                </a:solidFill>
              </a:rPr>
              <a:t>## Resumen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581F855-A363-4804-15C8-3E08D11DD8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664633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7095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6958E6-6938-EDA1-FEEE-4EBF55310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AB6E03-B592-A742-814A-36104071F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## Propuesta de valor</a:t>
            </a:r>
            <a:endParaRPr lang="es-ES" sz="4000" b="1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27AA71-4C77-5B9A-6A72-C6A255B1CF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s-ES" sz="2000" dirty="0"/>
              <a:t>La plataforma de colaboración para ML en modelos, </a:t>
            </a:r>
            <a:r>
              <a:rPr lang="es-ES" sz="2000" dirty="0" err="1"/>
              <a:t>datasets</a:t>
            </a:r>
            <a:r>
              <a:rPr lang="es-ES" sz="2000" dirty="0"/>
              <a:t> y aplicaciones.</a:t>
            </a:r>
          </a:p>
          <a:p>
            <a:r>
              <a:rPr lang="es-ES" sz="2000" dirty="0"/>
              <a:t>Acceso a 45,000+ modelos...</a:t>
            </a:r>
          </a:p>
          <a:p>
            <a:r>
              <a:rPr lang="es-ES" sz="2000" dirty="0"/>
              <a:t>👉 Viñetas que resumen </a:t>
            </a:r>
            <a:r>
              <a:rPr lang="es-ES" sz="2000" b="1" dirty="0"/>
              <a:t>por qué la empresa es valiosa</a:t>
            </a:r>
            <a:r>
              <a:rPr lang="es-ES" sz="2000" dirty="0"/>
              <a:t> (características clave, ventajas, lo que la diferencia).</a:t>
            </a:r>
            <a:br>
              <a:rPr lang="es-ES" sz="2000" dirty="0"/>
            </a:br>
            <a:r>
              <a:rPr lang="es-ES" sz="2000" dirty="0"/>
              <a:t>Provienen de secciones “</a:t>
            </a:r>
            <a:r>
              <a:rPr lang="es-ES" sz="2000" dirty="0" err="1"/>
              <a:t>Features</a:t>
            </a:r>
            <a:r>
              <a:rPr lang="es-ES" sz="2000" dirty="0"/>
              <a:t>”, “</a:t>
            </a:r>
            <a:r>
              <a:rPr lang="es-ES" sz="2000" dirty="0" err="1"/>
              <a:t>Solutions</a:t>
            </a:r>
            <a:r>
              <a:rPr lang="es-ES" sz="2000" dirty="0"/>
              <a:t>”, “API” de la web.</a:t>
            </a:r>
          </a:p>
          <a:p>
            <a:r>
              <a:rPr lang="es-ES" sz="2000" dirty="0"/>
              <a:t>📸 </a:t>
            </a:r>
            <a:r>
              <a:rPr lang="es-ES" sz="2000" i="1" dirty="0"/>
              <a:t>Captura sugerida 2:</a:t>
            </a:r>
            <a:br>
              <a:rPr lang="es-ES" sz="2000" dirty="0"/>
            </a:br>
            <a:r>
              <a:rPr lang="es-ES" sz="2000" dirty="0"/>
              <a:t>Pantalla mostrando esta lista de </a:t>
            </a:r>
            <a:r>
              <a:rPr lang="es-ES" sz="2000" dirty="0" err="1"/>
              <a:t>bullets</a:t>
            </a:r>
            <a:r>
              <a:rPr lang="es-E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030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250880-0CEE-893B-95E7-591772835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2B9B21-C4E1-080E-5E71-E9B73ABFB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2800">
                <a:solidFill>
                  <a:srgbClr val="FFFFFF"/>
                </a:solidFill>
              </a:rPr>
              <a:t>## Productos/Servicios</a:t>
            </a:r>
            <a:endParaRPr lang="es-ES" sz="2800" b="1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7CFAAE-0CA9-0E9D-B4BD-13A5AC2A37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s-ES" sz="2000"/>
              <a:t>Modelos (Models): Acceso a una gran cantidad de modelos...</a:t>
            </a:r>
          </a:p>
          <a:p>
            <a:r>
              <a:rPr lang="es-ES" sz="2000"/>
              <a:t>Datasets...</a:t>
            </a:r>
          </a:p>
          <a:p>
            <a:r>
              <a:rPr lang="es-ES" sz="2000"/>
              <a:t>Spaces y Endpoints...</a:t>
            </a:r>
          </a:p>
          <a:p>
            <a:r>
              <a:rPr lang="es-ES" sz="2000"/>
              <a:t>👉 Lista de los servicios que ofrece Hugging Face.</a:t>
            </a:r>
            <a:br>
              <a:rPr lang="es-ES" sz="2000"/>
            </a:br>
            <a:r>
              <a:rPr lang="es-ES" sz="2000"/>
              <a:t>El modelo encontró estos nombres en el sitio y los reescribió con breves descripciones.</a:t>
            </a:r>
          </a:p>
          <a:p>
            <a:r>
              <a:rPr lang="es-ES" sz="2000"/>
              <a:t>📸 </a:t>
            </a:r>
            <a:r>
              <a:rPr lang="es-ES" sz="2000" i="1"/>
              <a:t>Captura sugerida 3:</a:t>
            </a:r>
            <a:br>
              <a:rPr lang="es-ES" sz="2000"/>
            </a:br>
            <a:r>
              <a:rPr lang="es-ES" sz="2000"/>
              <a:t>Pantalla con parte de la lista (Models, Datasets, Spaces…).</a:t>
            </a:r>
          </a:p>
        </p:txBody>
      </p:sp>
    </p:spTree>
    <p:extLst>
      <p:ext uri="{BB962C8B-B14F-4D97-AF65-F5344CB8AC3E}">
        <p14:creationId xmlns:p14="http://schemas.microsoft.com/office/powerpoint/2010/main" val="2849434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246850-399F-05C0-C83B-F3CA68E3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82BECA-343F-4488-70E7-118464E27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2800">
                <a:solidFill>
                  <a:srgbClr val="FFFFFF"/>
                </a:solidFill>
              </a:rPr>
              <a:t>## Productos/Servicios</a:t>
            </a:r>
            <a:endParaRPr lang="es-ES" sz="2800" b="1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57147E-7643-0ECB-DB0C-CCA78F2E9E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s-ES" sz="2000"/>
              <a:t>Modelos (Models): Acceso a una gran cantidad de modelos...</a:t>
            </a:r>
          </a:p>
          <a:p>
            <a:r>
              <a:rPr lang="es-ES" sz="2000"/>
              <a:t>Datasets...</a:t>
            </a:r>
          </a:p>
          <a:p>
            <a:r>
              <a:rPr lang="es-ES" sz="2000"/>
              <a:t>Spaces y Endpoints...</a:t>
            </a:r>
          </a:p>
          <a:p>
            <a:r>
              <a:rPr lang="es-ES" sz="2000"/>
              <a:t>👉 Lista de los servicios que ofrece Hugging Face.</a:t>
            </a:r>
            <a:br>
              <a:rPr lang="es-ES" sz="2000"/>
            </a:br>
            <a:r>
              <a:rPr lang="es-ES" sz="2000"/>
              <a:t>El modelo encontró estos nombres en el sitio y los reescribió con breves descripciones.</a:t>
            </a:r>
          </a:p>
          <a:p>
            <a:r>
              <a:rPr lang="es-ES" sz="2000"/>
              <a:t>📸 </a:t>
            </a:r>
            <a:r>
              <a:rPr lang="es-ES" sz="2000" i="1"/>
              <a:t>Captura sugerida 3:</a:t>
            </a:r>
            <a:br>
              <a:rPr lang="es-ES" sz="2000"/>
            </a:br>
            <a:r>
              <a:rPr lang="es-ES" sz="2000"/>
              <a:t>Pantalla con parte de la lista (Models, Datasets, Spaces…).</a:t>
            </a:r>
          </a:p>
        </p:txBody>
      </p:sp>
    </p:spTree>
    <p:extLst>
      <p:ext uri="{BB962C8B-B14F-4D97-AF65-F5344CB8AC3E}">
        <p14:creationId xmlns:p14="http://schemas.microsoft.com/office/powerpoint/2010/main" val="812710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1348F1-7790-D82E-D138-D4AAB08D1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## Clientes y casos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D0DCC5C-FDD6-6AE3-F5B4-F1466C91276A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Más de 50,000 organizaciones usando Hugging Face.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Casos y clientes destacados: Meta, Amazon, Google…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👉 Información social y de confianza (empresas que usan la plataforma, ejemplos de adopción).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📸 </a:t>
            </a:r>
            <a:r>
              <a:rPr lang="en-US" sz="2000" i="1"/>
              <a:t>Captura sugerida 4:</a:t>
            </a:r>
            <a:br>
              <a:rPr lang="en-US" sz="2000"/>
            </a:br>
            <a:r>
              <a:rPr lang="en-US" sz="2000"/>
              <a:t>Bloque completo “Clientes y casos”.</a:t>
            </a:r>
          </a:p>
        </p:txBody>
      </p:sp>
    </p:spTree>
    <p:extLst>
      <p:ext uri="{BB962C8B-B14F-4D97-AF65-F5344CB8AC3E}">
        <p14:creationId xmlns:p14="http://schemas.microsoft.com/office/powerpoint/2010/main" val="797215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397D38-E745-C5BF-9BAE-602986E17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B53A91-EB4E-5050-CBF0-E9243AA78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## Cultura y valores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6C5474-74E9-AF3E-7AA3-A86A21331D23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The Home of Machine Learning.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Crear, descubrir y colaborar en ML...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👉 Valores corporativos y filosofía de trabajo.</a:t>
            </a:r>
            <a:br>
              <a:rPr lang="en-US" sz="2000"/>
            </a:br>
            <a:r>
              <a:rPr lang="en-US" sz="2000"/>
              <a:t>Proviene de frases repetidas en su web como “The Home of Machine Learning” y “Open source collaboration”.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📸 </a:t>
            </a:r>
            <a:r>
              <a:rPr lang="en-US" sz="2000" i="1"/>
              <a:t>Captura sugerida 5:</a:t>
            </a:r>
            <a:br>
              <a:rPr lang="en-US" sz="2000"/>
            </a:br>
            <a:r>
              <a:rPr lang="en-US" sz="2000"/>
              <a:t>Sección “Cultura y valores” completa.</a:t>
            </a:r>
          </a:p>
        </p:txBody>
      </p:sp>
    </p:spTree>
    <p:extLst>
      <p:ext uri="{BB962C8B-B14F-4D97-AF65-F5344CB8AC3E}">
        <p14:creationId xmlns:p14="http://schemas.microsoft.com/office/powerpoint/2010/main" val="2860351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E49EF0-9AA2-EFF1-2B95-115ABECE3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7AC32D-E857-93D4-78C8-7DBA5F492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## Carreras y beneficios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C86343E-1ADF-4535-D421-D41B6A044424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Not available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👉 En la web no había datos accesibles de “Careers” o no se pudieron leer, así que el modelo, según las instrucciones, marca </a:t>
            </a:r>
            <a:r>
              <a:rPr lang="en-US" sz="2000" b="1"/>
              <a:t>“No disponible”</a:t>
            </a:r>
            <a:r>
              <a:rPr lang="en-US" sz="200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📸 </a:t>
            </a:r>
            <a:r>
              <a:rPr lang="en-US" sz="2000" i="1"/>
              <a:t>Captura sugerida 6:</a:t>
            </a:r>
            <a:br>
              <a:rPr lang="en-US" sz="2000"/>
            </a:br>
            <a:r>
              <a:rPr lang="en-US" sz="2000"/>
              <a:t>Parte del folleto donde se ve “Not available” — sirve para explicar cómo maneja información ausente.</a:t>
            </a:r>
          </a:p>
        </p:txBody>
      </p:sp>
    </p:spTree>
    <p:extLst>
      <p:ext uri="{BB962C8B-B14F-4D97-AF65-F5344CB8AC3E}">
        <p14:creationId xmlns:p14="http://schemas.microsoft.com/office/powerpoint/2010/main" val="1012648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79E948-668A-5AD7-B441-F77949C7C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## Datos de contacto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1A01F8C-A913-0CB1-8E98-B4B6C40C4A31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Faltó porque el modelo no encontró una sección de contacto o porque el texto total se truncó.</a:t>
            </a:r>
            <a:br>
              <a:rPr lang="en-US" sz="2000"/>
            </a:br>
            <a:r>
              <a:rPr lang="en-US" sz="2000"/>
              <a:t>También es esperable.</a:t>
            </a:r>
          </a:p>
        </p:txBody>
      </p:sp>
    </p:spTree>
    <p:extLst>
      <p:ext uri="{BB962C8B-B14F-4D97-AF65-F5344CB8AC3E}">
        <p14:creationId xmlns:p14="http://schemas.microsoft.com/office/powerpoint/2010/main" val="7562829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9A9A0C-1CED-F1CD-0D36-4AFFF2C8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D1C227-705A-CE89-B3F5-FDC2FDF37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Parte 2 — Traducción al inglés</a:t>
            </a:r>
            <a:endParaRPr lang="es-ES" sz="4000" b="1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6C3782-A0B7-2D01-B803-8B8FFCE45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s-ES" sz="2000"/>
              <a:t>Después del bloque en español aparece:</a:t>
            </a:r>
          </a:p>
          <a:p>
            <a:r>
              <a:rPr lang="es-ES" sz="2000"/>
              <a:t>--- Traducción EN ---</a:t>
            </a:r>
          </a:p>
          <a:p>
            <a:r>
              <a:rPr lang="es-ES" sz="2000"/>
              <a:t>Todo lo que sigue fue generado por la función translate_brochure(...), que:</a:t>
            </a:r>
          </a:p>
          <a:p>
            <a:r>
              <a:rPr lang="es-ES" sz="2000"/>
              <a:t>Toma el texto español.</a:t>
            </a:r>
          </a:p>
          <a:p>
            <a:r>
              <a:rPr lang="es-ES" sz="2000"/>
              <a:t>Le pide al modelo que lo traduzca </a:t>
            </a:r>
            <a:r>
              <a:rPr lang="es-ES" sz="2000" b="1"/>
              <a:t>preservando el formato Markdown</a:t>
            </a:r>
            <a:r>
              <a:rPr lang="es-ES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90886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6CF86C-2E9F-7F7B-4B34-EB011AC82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s-ES" dirty="0"/>
              <a:t>Respuesta JSON 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 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004EF5-CEBE-DD2E-5789-373306EE2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8361"/>
            <a:ext cx="10515600" cy="5171768"/>
          </a:xfrm>
        </p:spPr>
        <p:txBody>
          <a:bodyPr>
            <a:normAutofit fontScale="25000" lnSpcReduction="20000"/>
          </a:bodyPr>
          <a:lstStyle/>
          <a:p>
            <a:r>
              <a:rPr lang="es-ES" sz="3600" dirty="0"/>
              <a:t>Ejemplo completo de una respuesta en JSON que devuelve tu IA:</a:t>
            </a:r>
          </a:p>
          <a:p>
            <a:r>
              <a:rPr lang="es-ES" sz="3600" dirty="0"/>
              <a:t>{</a:t>
            </a:r>
          </a:p>
          <a:p>
            <a:r>
              <a:rPr lang="es-ES" sz="3600" dirty="0"/>
              <a:t>  "links": [</a:t>
            </a:r>
          </a:p>
          <a:p>
            <a:r>
              <a:rPr lang="es-ES" sz="3600" dirty="0"/>
              <a:t>    {</a:t>
            </a:r>
          </a:p>
          <a:p>
            <a:r>
              <a:rPr lang="es-ES" sz="3600" dirty="0"/>
              <a:t>      "</a:t>
            </a:r>
            <a:r>
              <a:rPr lang="es-ES" sz="3600" dirty="0" err="1"/>
              <a:t>type</a:t>
            </a:r>
            <a:r>
              <a:rPr lang="es-ES" sz="3600" dirty="0"/>
              <a:t>": "</a:t>
            </a:r>
            <a:r>
              <a:rPr lang="es-ES" sz="3600" dirty="0" err="1"/>
              <a:t>about</a:t>
            </a:r>
            <a:r>
              <a:rPr lang="es-ES" sz="3600" dirty="0"/>
              <a:t>",</a:t>
            </a:r>
          </a:p>
          <a:p>
            <a:r>
              <a:rPr lang="es-ES" sz="3600" dirty="0"/>
              <a:t>      "</a:t>
            </a:r>
            <a:r>
              <a:rPr lang="es-ES" sz="3600" dirty="0" err="1"/>
              <a:t>url</a:t>
            </a:r>
            <a:r>
              <a:rPr lang="es-ES" sz="3600" dirty="0"/>
              <a:t>": "https://empresa.com/</a:t>
            </a:r>
            <a:r>
              <a:rPr lang="es-ES" sz="3600" dirty="0" err="1"/>
              <a:t>about</a:t>
            </a:r>
            <a:r>
              <a:rPr lang="es-ES" sz="3600" dirty="0"/>
              <a:t>",</a:t>
            </a:r>
          </a:p>
          <a:p>
            <a:r>
              <a:rPr lang="es-ES" sz="3600" dirty="0"/>
              <a:t>      "score": 95,</a:t>
            </a:r>
          </a:p>
          <a:p>
            <a:r>
              <a:rPr lang="es-ES" sz="3600" dirty="0"/>
              <a:t>      "</a:t>
            </a:r>
            <a:r>
              <a:rPr lang="es-ES" sz="3600" dirty="0" err="1"/>
              <a:t>rationale</a:t>
            </a:r>
            <a:r>
              <a:rPr lang="es-ES" sz="3600" dirty="0"/>
              <a:t>": "Describe la historia y valores de la compañía."</a:t>
            </a:r>
          </a:p>
          <a:p>
            <a:r>
              <a:rPr lang="es-ES" sz="3600" dirty="0"/>
              <a:t>    },</a:t>
            </a:r>
          </a:p>
          <a:p>
            <a:r>
              <a:rPr lang="es-ES" sz="3600" dirty="0"/>
              <a:t>    {</a:t>
            </a:r>
          </a:p>
          <a:p>
            <a:r>
              <a:rPr lang="es-ES" sz="3600" dirty="0"/>
              <a:t>      "</a:t>
            </a:r>
            <a:r>
              <a:rPr lang="es-ES" sz="3600" dirty="0" err="1"/>
              <a:t>type</a:t>
            </a:r>
            <a:r>
              <a:rPr lang="es-ES" sz="3600" dirty="0"/>
              <a:t>": "</a:t>
            </a:r>
            <a:r>
              <a:rPr lang="es-ES" sz="3600" dirty="0" err="1"/>
              <a:t>careers</a:t>
            </a:r>
            <a:r>
              <a:rPr lang="es-ES" sz="3600" dirty="0"/>
              <a:t>",</a:t>
            </a:r>
          </a:p>
          <a:p>
            <a:r>
              <a:rPr lang="es-ES" sz="3600" dirty="0"/>
              <a:t>      "</a:t>
            </a:r>
            <a:r>
              <a:rPr lang="es-ES" sz="3600" dirty="0" err="1"/>
              <a:t>url</a:t>
            </a:r>
            <a:r>
              <a:rPr lang="es-ES" sz="3600" dirty="0"/>
              <a:t>": "https://empresa.com/</a:t>
            </a:r>
            <a:r>
              <a:rPr lang="es-ES" sz="3600" dirty="0" err="1"/>
              <a:t>careers</a:t>
            </a:r>
            <a:r>
              <a:rPr lang="es-ES" sz="3600" dirty="0"/>
              <a:t>",</a:t>
            </a:r>
          </a:p>
          <a:p>
            <a:r>
              <a:rPr lang="es-ES" sz="3600" dirty="0"/>
              <a:t>      "score": 88,</a:t>
            </a:r>
          </a:p>
          <a:p>
            <a:r>
              <a:rPr lang="es-ES" sz="3600" dirty="0"/>
              <a:t>      "</a:t>
            </a:r>
            <a:r>
              <a:rPr lang="es-ES" sz="3600" dirty="0" err="1"/>
              <a:t>rationale</a:t>
            </a:r>
            <a:r>
              <a:rPr lang="es-ES" sz="3600" dirty="0"/>
              <a:t>": "Presenta la cultura y oportunidades de trabajo."</a:t>
            </a:r>
          </a:p>
          <a:p>
            <a:r>
              <a:rPr lang="es-ES" sz="3600" dirty="0"/>
              <a:t>    },</a:t>
            </a:r>
          </a:p>
          <a:p>
            <a:r>
              <a:rPr lang="es-ES" sz="3600" dirty="0"/>
              <a:t>    {</a:t>
            </a:r>
          </a:p>
          <a:p>
            <a:r>
              <a:rPr lang="es-ES" sz="3600" dirty="0"/>
              <a:t>      "</a:t>
            </a:r>
            <a:r>
              <a:rPr lang="es-ES" sz="3600" dirty="0" err="1"/>
              <a:t>type</a:t>
            </a:r>
            <a:r>
              <a:rPr lang="es-ES" sz="3600" dirty="0"/>
              <a:t>": "</a:t>
            </a:r>
            <a:r>
              <a:rPr lang="es-ES" sz="3600" dirty="0" err="1"/>
              <a:t>customers</a:t>
            </a:r>
            <a:r>
              <a:rPr lang="es-ES" sz="3600" dirty="0"/>
              <a:t>",</a:t>
            </a:r>
          </a:p>
          <a:p>
            <a:r>
              <a:rPr lang="es-ES" sz="3600" dirty="0"/>
              <a:t>      "</a:t>
            </a:r>
            <a:r>
              <a:rPr lang="es-ES" sz="3600" dirty="0" err="1"/>
              <a:t>url</a:t>
            </a:r>
            <a:r>
              <a:rPr lang="es-ES" sz="3600" dirty="0"/>
              <a:t>": "https://empresa.com/</a:t>
            </a:r>
            <a:r>
              <a:rPr lang="es-ES" sz="3600" dirty="0" err="1"/>
              <a:t>customers</a:t>
            </a:r>
            <a:r>
              <a:rPr lang="es-ES" sz="3600" dirty="0"/>
              <a:t>",</a:t>
            </a:r>
          </a:p>
          <a:p>
            <a:r>
              <a:rPr lang="es-ES" sz="3600" dirty="0"/>
              <a:t>      "score": 80,</a:t>
            </a:r>
          </a:p>
          <a:p>
            <a:r>
              <a:rPr lang="es-ES" sz="3600" dirty="0"/>
              <a:t>      "</a:t>
            </a:r>
            <a:r>
              <a:rPr lang="es-ES" sz="3600" dirty="0" err="1"/>
              <a:t>rationale</a:t>
            </a:r>
            <a:r>
              <a:rPr lang="es-ES" sz="3600" dirty="0"/>
              <a:t>": "Incluye testimonios y casos de éxito para clientes."</a:t>
            </a:r>
          </a:p>
          <a:p>
            <a:r>
              <a:rPr lang="es-ES" sz="3600" dirty="0"/>
              <a:t>    }</a:t>
            </a:r>
          </a:p>
          <a:p>
            <a:r>
              <a:rPr lang="es-ES" sz="3600" dirty="0"/>
              <a:t>  ]</a:t>
            </a:r>
          </a:p>
          <a:p>
            <a:r>
              <a:rPr lang="es-ES" sz="3600" dirty="0"/>
              <a:t>}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018162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2485</Words>
  <Application>Microsoft Office PowerPoint</Application>
  <PresentationFormat>Panorámica</PresentationFormat>
  <Paragraphs>258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Arial Unicode MS</vt:lpstr>
      <vt:lpstr>Courier New</vt:lpstr>
      <vt:lpstr>Wingdings</vt:lpstr>
      <vt:lpstr>Tema de Office</vt:lpstr>
      <vt:lpstr>Multishot prompting</vt:lpstr>
      <vt:lpstr>1. Qué es un prompt</vt:lpstr>
      <vt:lpstr>2. Qué significa “shot”</vt:lpstr>
      <vt:lpstr>3. Cómo se aplica esto en tu código</vt:lpstr>
      <vt:lpstr>4. Qué consigue</vt:lpstr>
      <vt:lpstr>5. Relación con tu proyecto</vt:lpstr>
      <vt:lpstr>6. Mini-resumen visual </vt:lpstr>
      <vt:lpstr>Visión general </vt:lpstr>
      <vt:lpstr>0) Preparación</vt:lpstr>
      <vt:lpstr>1) Clase Website: descarga y limpia páginas</vt:lpstr>
      <vt:lpstr>2) Multishot prompting para elegir enlaces (get_links)</vt:lpstr>
      <vt:lpstr>3) _details: reúne contenido de portada + páginas relevantes</vt:lpstr>
      <vt:lpstr>4) create_brochure: genera el folleto “listo para imprimir”</vt:lpstr>
      <vt:lpstr>5) translate_brochure: tercera llamada para traducir</vt:lpstr>
      <vt:lpstr>6) Bloque if __name__ == "__main__": (ejecución de punta a punta)</vt:lpstr>
      <vt:lpstr>7) Mini mapa mental del flujo</vt:lpstr>
      <vt:lpstr>8) Mini mapa mental del flujo</vt:lpstr>
      <vt:lpstr>## Resumen</vt:lpstr>
      <vt:lpstr>## Propuesta de valor</vt:lpstr>
      <vt:lpstr>## Productos/Servicios</vt:lpstr>
      <vt:lpstr>## Productos/Servicios</vt:lpstr>
      <vt:lpstr>## Clientes y casos</vt:lpstr>
      <vt:lpstr>## Cultura y valores</vt:lpstr>
      <vt:lpstr>## Carreras y beneficios</vt:lpstr>
      <vt:lpstr>## Datos de contacto</vt:lpstr>
      <vt:lpstr>Parte 2 — Traducción al inglés</vt:lpstr>
      <vt:lpstr>Respuesta JSON  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García Alfaro</dc:creator>
  <cp:lastModifiedBy>Manuel García Alfaro</cp:lastModifiedBy>
  <cp:revision>3</cp:revision>
  <dcterms:created xsi:type="dcterms:W3CDTF">2025-11-11T12:08:16Z</dcterms:created>
  <dcterms:modified xsi:type="dcterms:W3CDTF">2025-11-11T14:49:00Z</dcterms:modified>
</cp:coreProperties>
</file>